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6" r:id="rId3"/>
  </p:sldIdLst>
  <p:sldSz cx="12912725" cy="7937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52" y="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091" y="1299031"/>
            <a:ext cx="9684544" cy="2763426"/>
          </a:xfrm>
        </p:spPr>
        <p:txBody>
          <a:bodyPr anchor="b"/>
          <a:lstStyle>
            <a:lvl1pPr algn="ctr">
              <a:defRPr sz="63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4091" y="4169026"/>
            <a:ext cx="9684544" cy="1916391"/>
          </a:xfrm>
        </p:spPr>
        <p:txBody>
          <a:bodyPr/>
          <a:lstStyle>
            <a:lvl1pPr marL="0" indent="0" algn="ctr">
              <a:buNone/>
              <a:defRPr sz="2542"/>
            </a:lvl1pPr>
            <a:lvl2pPr marL="484221" indent="0" algn="ctr">
              <a:buNone/>
              <a:defRPr sz="2118"/>
            </a:lvl2pPr>
            <a:lvl3pPr marL="968441" indent="0" algn="ctr">
              <a:buNone/>
              <a:defRPr sz="1906"/>
            </a:lvl3pPr>
            <a:lvl4pPr marL="1452662" indent="0" algn="ctr">
              <a:buNone/>
              <a:defRPr sz="1695"/>
            </a:lvl4pPr>
            <a:lvl5pPr marL="1936882" indent="0" algn="ctr">
              <a:buNone/>
              <a:defRPr sz="1695"/>
            </a:lvl5pPr>
            <a:lvl6pPr marL="2421103" indent="0" algn="ctr">
              <a:buNone/>
              <a:defRPr sz="1695"/>
            </a:lvl6pPr>
            <a:lvl7pPr marL="2905323" indent="0" algn="ctr">
              <a:buNone/>
              <a:defRPr sz="1695"/>
            </a:lvl7pPr>
            <a:lvl8pPr marL="3389544" indent="0" algn="ctr">
              <a:buNone/>
              <a:defRPr sz="1695"/>
            </a:lvl8pPr>
            <a:lvl9pPr marL="3873764" indent="0" algn="ctr">
              <a:buNone/>
              <a:defRPr sz="169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70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35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025" y="1978864"/>
            <a:ext cx="11137225" cy="3301779"/>
          </a:xfrm>
        </p:spPr>
        <p:txBody>
          <a:bodyPr anchor="b"/>
          <a:lstStyle>
            <a:lvl1pPr>
              <a:defRPr sz="63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025" y="5311879"/>
            <a:ext cx="11137225" cy="1736328"/>
          </a:xfrm>
        </p:spPr>
        <p:txBody>
          <a:bodyPr/>
          <a:lstStyle>
            <a:lvl1pPr marL="0" indent="0">
              <a:buNone/>
              <a:defRPr sz="2542">
                <a:solidFill>
                  <a:schemeClr val="tx1">
                    <a:tint val="75000"/>
                  </a:schemeClr>
                </a:solidFill>
              </a:defRPr>
            </a:lvl1pPr>
            <a:lvl2pPr marL="484221" indent="0">
              <a:buNone/>
              <a:defRPr sz="2118">
                <a:solidFill>
                  <a:schemeClr val="tx1">
                    <a:tint val="75000"/>
                  </a:schemeClr>
                </a:solidFill>
              </a:defRPr>
            </a:lvl2pPr>
            <a:lvl3pPr marL="96844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3pPr>
            <a:lvl4pPr marL="1452662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6882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21103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5323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9544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73764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64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7750" y="2112992"/>
            <a:ext cx="5487908" cy="50362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7067" y="2112992"/>
            <a:ext cx="5487908" cy="50362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8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432" y="422599"/>
            <a:ext cx="11137225" cy="15342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432" y="1945790"/>
            <a:ext cx="5462687" cy="953602"/>
          </a:xfrm>
        </p:spPr>
        <p:txBody>
          <a:bodyPr anchor="b"/>
          <a:lstStyle>
            <a:lvl1pPr marL="0" indent="0">
              <a:buNone/>
              <a:defRPr sz="2542" b="1"/>
            </a:lvl1pPr>
            <a:lvl2pPr marL="484221" indent="0">
              <a:buNone/>
              <a:defRPr sz="2118" b="1"/>
            </a:lvl2pPr>
            <a:lvl3pPr marL="968441" indent="0">
              <a:buNone/>
              <a:defRPr sz="1906" b="1"/>
            </a:lvl3pPr>
            <a:lvl4pPr marL="1452662" indent="0">
              <a:buNone/>
              <a:defRPr sz="1695" b="1"/>
            </a:lvl4pPr>
            <a:lvl5pPr marL="1936882" indent="0">
              <a:buNone/>
              <a:defRPr sz="1695" b="1"/>
            </a:lvl5pPr>
            <a:lvl6pPr marL="2421103" indent="0">
              <a:buNone/>
              <a:defRPr sz="1695" b="1"/>
            </a:lvl6pPr>
            <a:lvl7pPr marL="2905323" indent="0">
              <a:buNone/>
              <a:defRPr sz="1695" b="1"/>
            </a:lvl7pPr>
            <a:lvl8pPr marL="3389544" indent="0">
              <a:buNone/>
              <a:defRPr sz="1695" b="1"/>
            </a:lvl8pPr>
            <a:lvl9pPr marL="3873764" indent="0">
              <a:buNone/>
              <a:defRPr sz="16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9432" y="2899393"/>
            <a:ext cx="5462687" cy="42645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7067" y="1945790"/>
            <a:ext cx="5489590" cy="953602"/>
          </a:xfrm>
        </p:spPr>
        <p:txBody>
          <a:bodyPr anchor="b"/>
          <a:lstStyle>
            <a:lvl1pPr marL="0" indent="0">
              <a:buNone/>
              <a:defRPr sz="2542" b="1"/>
            </a:lvl1pPr>
            <a:lvl2pPr marL="484221" indent="0">
              <a:buNone/>
              <a:defRPr sz="2118" b="1"/>
            </a:lvl2pPr>
            <a:lvl3pPr marL="968441" indent="0">
              <a:buNone/>
              <a:defRPr sz="1906" b="1"/>
            </a:lvl3pPr>
            <a:lvl4pPr marL="1452662" indent="0">
              <a:buNone/>
              <a:defRPr sz="1695" b="1"/>
            </a:lvl4pPr>
            <a:lvl5pPr marL="1936882" indent="0">
              <a:buNone/>
              <a:defRPr sz="1695" b="1"/>
            </a:lvl5pPr>
            <a:lvl6pPr marL="2421103" indent="0">
              <a:buNone/>
              <a:defRPr sz="1695" b="1"/>
            </a:lvl6pPr>
            <a:lvl7pPr marL="2905323" indent="0">
              <a:buNone/>
              <a:defRPr sz="1695" b="1"/>
            </a:lvl7pPr>
            <a:lvl8pPr marL="3389544" indent="0">
              <a:buNone/>
              <a:defRPr sz="1695" b="1"/>
            </a:lvl8pPr>
            <a:lvl9pPr marL="3873764" indent="0">
              <a:buNone/>
              <a:defRPr sz="16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7067" y="2899393"/>
            <a:ext cx="5489590" cy="42645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52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51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432" y="529167"/>
            <a:ext cx="4164690" cy="1852083"/>
          </a:xfrm>
        </p:spPr>
        <p:txBody>
          <a:bodyPr anchor="b"/>
          <a:lstStyle>
            <a:lvl1pPr>
              <a:defRPr sz="33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9590" y="1142853"/>
            <a:ext cx="6537067" cy="5640770"/>
          </a:xfrm>
        </p:spPr>
        <p:txBody>
          <a:bodyPr/>
          <a:lstStyle>
            <a:lvl1pPr>
              <a:defRPr sz="3389"/>
            </a:lvl1pPr>
            <a:lvl2pPr>
              <a:defRPr sz="2965"/>
            </a:lvl2pPr>
            <a:lvl3pPr>
              <a:defRPr sz="2542"/>
            </a:lvl3pPr>
            <a:lvl4pPr>
              <a:defRPr sz="2118"/>
            </a:lvl4pPr>
            <a:lvl5pPr>
              <a:defRPr sz="2118"/>
            </a:lvl5pPr>
            <a:lvl6pPr>
              <a:defRPr sz="2118"/>
            </a:lvl6pPr>
            <a:lvl7pPr>
              <a:defRPr sz="2118"/>
            </a:lvl7pPr>
            <a:lvl8pPr>
              <a:defRPr sz="2118"/>
            </a:lvl8pPr>
            <a:lvl9pPr>
              <a:defRPr sz="211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432" y="2381250"/>
            <a:ext cx="4164690" cy="4411560"/>
          </a:xfrm>
        </p:spPr>
        <p:txBody>
          <a:bodyPr/>
          <a:lstStyle>
            <a:lvl1pPr marL="0" indent="0">
              <a:buNone/>
              <a:defRPr sz="1695"/>
            </a:lvl1pPr>
            <a:lvl2pPr marL="484221" indent="0">
              <a:buNone/>
              <a:defRPr sz="1483"/>
            </a:lvl2pPr>
            <a:lvl3pPr marL="968441" indent="0">
              <a:buNone/>
              <a:defRPr sz="1271"/>
            </a:lvl3pPr>
            <a:lvl4pPr marL="1452662" indent="0">
              <a:buNone/>
              <a:defRPr sz="1059"/>
            </a:lvl4pPr>
            <a:lvl5pPr marL="1936882" indent="0">
              <a:buNone/>
              <a:defRPr sz="1059"/>
            </a:lvl5pPr>
            <a:lvl6pPr marL="2421103" indent="0">
              <a:buNone/>
              <a:defRPr sz="1059"/>
            </a:lvl6pPr>
            <a:lvl7pPr marL="2905323" indent="0">
              <a:buNone/>
              <a:defRPr sz="1059"/>
            </a:lvl7pPr>
            <a:lvl8pPr marL="3389544" indent="0">
              <a:buNone/>
              <a:defRPr sz="1059"/>
            </a:lvl8pPr>
            <a:lvl9pPr marL="3873764" indent="0">
              <a:buNone/>
              <a:defRPr sz="105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85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432" y="529167"/>
            <a:ext cx="4164690" cy="1852083"/>
          </a:xfrm>
        </p:spPr>
        <p:txBody>
          <a:bodyPr anchor="b"/>
          <a:lstStyle>
            <a:lvl1pPr>
              <a:defRPr sz="33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89590" y="1142853"/>
            <a:ext cx="6537067" cy="5640770"/>
          </a:xfrm>
        </p:spPr>
        <p:txBody>
          <a:bodyPr anchor="t"/>
          <a:lstStyle>
            <a:lvl1pPr marL="0" indent="0">
              <a:buNone/>
              <a:defRPr sz="3389"/>
            </a:lvl1pPr>
            <a:lvl2pPr marL="484221" indent="0">
              <a:buNone/>
              <a:defRPr sz="2965"/>
            </a:lvl2pPr>
            <a:lvl3pPr marL="968441" indent="0">
              <a:buNone/>
              <a:defRPr sz="2542"/>
            </a:lvl3pPr>
            <a:lvl4pPr marL="1452662" indent="0">
              <a:buNone/>
              <a:defRPr sz="2118"/>
            </a:lvl4pPr>
            <a:lvl5pPr marL="1936882" indent="0">
              <a:buNone/>
              <a:defRPr sz="2118"/>
            </a:lvl5pPr>
            <a:lvl6pPr marL="2421103" indent="0">
              <a:buNone/>
              <a:defRPr sz="2118"/>
            </a:lvl6pPr>
            <a:lvl7pPr marL="2905323" indent="0">
              <a:buNone/>
              <a:defRPr sz="2118"/>
            </a:lvl7pPr>
            <a:lvl8pPr marL="3389544" indent="0">
              <a:buNone/>
              <a:defRPr sz="2118"/>
            </a:lvl8pPr>
            <a:lvl9pPr marL="3873764" indent="0">
              <a:buNone/>
              <a:defRPr sz="211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432" y="2381250"/>
            <a:ext cx="4164690" cy="4411560"/>
          </a:xfrm>
        </p:spPr>
        <p:txBody>
          <a:bodyPr/>
          <a:lstStyle>
            <a:lvl1pPr marL="0" indent="0">
              <a:buNone/>
              <a:defRPr sz="1695"/>
            </a:lvl1pPr>
            <a:lvl2pPr marL="484221" indent="0">
              <a:buNone/>
              <a:defRPr sz="1483"/>
            </a:lvl2pPr>
            <a:lvl3pPr marL="968441" indent="0">
              <a:buNone/>
              <a:defRPr sz="1271"/>
            </a:lvl3pPr>
            <a:lvl4pPr marL="1452662" indent="0">
              <a:buNone/>
              <a:defRPr sz="1059"/>
            </a:lvl4pPr>
            <a:lvl5pPr marL="1936882" indent="0">
              <a:buNone/>
              <a:defRPr sz="1059"/>
            </a:lvl5pPr>
            <a:lvl6pPr marL="2421103" indent="0">
              <a:buNone/>
              <a:defRPr sz="1059"/>
            </a:lvl6pPr>
            <a:lvl7pPr marL="2905323" indent="0">
              <a:buNone/>
              <a:defRPr sz="1059"/>
            </a:lvl7pPr>
            <a:lvl8pPr marL="3389544" indent="0">
              <a:buNone/>
              <a:defRPr sz="1059"/>
            </a:lvl8pPr>
            <a:lvl9pPr marL="3873764" indent="0">
              <a:buNone/>
              <a:defRPr sz="105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11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7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0669" y="422599"/>
            <a:ext cx="2784306" cy="672666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7750" y="422599"/>
            <a:ext cx="8191510" cy="67266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60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7750" y="422599"/>
            <a:ext cx="11137225" cy="1534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750" y="2112992"/>
            <a:ext cx="11137225" cy="5036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750" y="7356887"/>
            <a:ext cx="2905363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FF5E7-0DDA-44FA-8A54-A374CBC07483}" type="datetimeFigureOut">
              <a:rPr lang="zh-CN" altLang="en-US" smtClean="0"/>
              <a:t>2024/8/28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77340" y="7356887"/>
            <a:ext cx="4358045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19612" y="7356887"/>
            <a:ext cx="2905363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33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8441" rtl="0" eaLnBrk="1" latinLnBrk="0" hangingPunct="1">
        <a:lnSpc>
          <a:spcPct val="90000"/>
        </a:lnSpc>
        <a:spcBef>
          <a:spcPct val="0"/>
        </a:spcBef>
        <a:buNone/>
        <a:defRPr sz="46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110" indent="-242110" algn="l" defTabSz="968441" rtl="0" eaLnBrk="1" latinLnBrk="0" hangingPunct="1">
        <a:lnSpc>
          <a:spcPct val="90000"/>
        </a:lnSpc>
        <a:spcBef>
          <a:spcPts val="1059"/>
        </a:spcBef>
        <a:buFont typeface="Arial" panose="020B0604020202020204" pitchFamily="34" charset="0"/>
        <a:buChar char="•"/>
        <a:defRPr sz="2965" kern="1200">
          <a:solidFill>
            <a:schemeClr val="tx1"/>
          </a:solidFill>
          <a:latin typeface="+mn-lt"/>
          <a:ea typeface="+mn-ea"/>
          <a:cs typeface="+mn-cs"/>
        </a:defRPr>
      </a:lvl1pPr>
      <a:lvl2pPr marL="726331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2" kern="1200">
          <a:solidFill>
            <a:schemeClr val="tx1"/>
          </a:solidFill>
          <a:latin typeface="+mn-lt"/>
          <a:ea typeface="+mn-ea"/>
          <a:cs typeface="+mn-cs"/>
        </a:defRPr>
      </a:lvl2pPr>
      <a:lvl3pPr marL="1210551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3pPr>
      <a:lvl4pPr marL="1694772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6" kern="1200">
          <a:solidFill>
            <a:schemeClr val="tx1"/>
          </a:solidFill>
          <a:latin typeface="+mn-lt"/>
          <a:ea typeface="+mn-ea"/>
          <a:cs typeface="+mn-cs"/>
        </a:defRPr>
      </a:lvl4pPr>
      <a:lvl5pPr marL="2178992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6" kern="1200">
          <a:solidFill>
            <a:schemeClr val="tx1"/>
          </a:solidFill>
          <a:latin typeface="+mn-lt"/>
          <a:ea typeface="+mn-ea"/>
          <a:cs typeface="+mn-cs"/>
        </a:defRPr>
      </a:lvl5pPr>
      <a:lvl6pPr marL="2663213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6" kern="1200">
          <a:solidFill>
            <a:schemeClr val="tx1"/>
          </a:solidFill>
          <a:latin typeface="+mn-lt"/>
          <a:ea typeface="+mn-ea"/>
          <a:cs typeface="+mn-cs"/>
        </a:defRPr>
      </a:lvl6pPr>
      <a:lvl7pPr marL="3147433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6" kern="1200">
          <a:solidFill>
            <a:schemeClr val="tx1"/>
          </a:solidFill>
          <a:latin typeface="+mn-lt"/>
          <a:ea typeface="+mn-ea"/>
          <a:cs typeface="+mn-cs"/>
        </a:defRPr>
      </a:lvl7pPr>
      <a:lvl8pPr marL="3631654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6" kern="1200">
          <a:solidFill>
            <a:schemeClr val="tx1"/>
          </a:solidFill>
          <a:latin typeface="+mn-lt"/>
          <a:ea typeface="+mn-ea"/>
          <a:cs typeface="+mn-cs"/>
        </a:defRPr>
      </a:lvl8pPr>
      <a:lvl9pPr marL="4115874" indent="-242110" algn="l" defTabSz="968441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1pPr>
      <a:lvl2pPr marL="484221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2pPr>
      <a:lvl3pPr marL="968441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3pPr>
      <a:lvl4pPr marL="1452662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4pPr>
      <a:lvl5pPr marL="1936882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5pPr>
      <a:lvl6pPr marL="2421103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6pPr>
      <a:lvl7pPr marL="2905323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7pPr>
      <a:lvl8pPr marL="3389544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8pPr>
      <a:lvl9pPr marL="3873764" algn="l" defTabSz="968441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矩形: 圆角 316">
            <a:extLst>
              <a:ext uri="{FF2B5EF4-FFF2-40B4-BE49-F238E27FC236}">
                <a16:creationId xmlns:a16="http://schemas.microsoft.com/office/drawing/2014/main" id="{85EA0F92-CE48-A810-6FFA-ADFA9FADEBC8}"/>
              </a:ext>
            </a:extLst>
          </p:cNvPr>
          <p:cNvSpPr/>
          <p:nvPr/>
        </p:nvSpPr>
        <p:spPr>
          <a:xfrm>
            <a:off x="2055" y="2821"/>
            <a:ext cx="12912725" cy="79375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E01B77D-1170-219A-FC5D-DC8AE2EDD43A}"/>
              </a:ext>
            </a:extLst>
          </p:cNvPr>
          <p:cNvCxnSpPr>
            <a:cxnSpLocks/>
          </p:cNvCxnSpPr>
          <p:nvPr/>
        </p:nvCxnSpPr>
        <p:spPr>
          <a:xfrm flipH="1" flipV="1">
            <a:off x="2853538" y="273546"/>
            <a:ext cx="6839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A0FD07C-B9E6-EECB-BFC4-B1B512FE0319}"/>
              </a:ext>
            </a:extLst>
          </p:cNvPr>
          <p:cNvCxnSpPr>
            <a:cxnSpLocks/>
          </p:cNvCxnSpPr>
          <p:nvPr/>
        </p:nvCxnSpPr>
        <p:spPr>
          <a:xfrm flipV="1">
            <a:off x="3974389" y="2735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A96F3D9-0C13-CC14-3EE9-6971924C68B7}"/>
              </a:ext>
            </a:extLst>
          </p:cNvPr>
          <p:cNvCxnSpPr>
            <a:cxnSpLocks/>
          </p:cNvCxnSpPr>
          <p:nvPr/>
        </p:nvCxnSpPr>
        <p:spPr>
          <a:xfrm flipV="1">
            <a:off x="5108896" y="273546"/>
            <a:ext cx="22733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077445A-8B5C-C52C-1E0D-44448D98FFA5}"/>
              </a:ext>
            </a:extLst>
          </p:cNvPr>
          <p:cNvCxnSpPr>
            <a:cxnSpLocks/>
          </p:cNvCxnSpPr>
          <p:nvPr/>
        </p:nvCxnSpPr>
        <p:spPr>
          <a:xfrm flipV="1">
            <a:off x="2380469" y="2553102"/>
            <a:ext cx="8999741" cy="21527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3281C41-9606-F698-0108-90051D467A93}"/>
              </a:ext>
            </a:extLst>
          </p:cNvPr>
          <p:cNvCxnSpPr>
            <a:cxnSpLocks/>
          </p:cNvCxnSpPr>
          <p:nvPr/>
        </p:nvCxnSpPr>
        <p:spPr>
          <a:xfrm flipH="1">
            <a:off x="2860377" y="1882408"/>
            <a:ext cx="38990" cy="68521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EA056A-D616-8A60-39EC-F0C7246082CF}"/>
              </a:ext>
            </a:extLst>
          </p:cNvPr>
          <p:cNvCxnSpPr>
            <a:cxnSpLocks/>
          </p:cNvCxnSpPr>
          <p:nvPr/>
        </p:nvCxnSpPr>
        <p:spPr>
          <a:xfrm>
            <a:off x="2391568" y="1977830"/>
            <a:ext cx="8273401" cy="0"/>
          </a:xfrm>
          <a:prstGeom prst="line">
            <a:avLst/>
          </a:prstGeom>
          <a:ln w="12700">
            <a:solidFill>
              <a:srgbClr val="FF0000"/>
            </a:solidFill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292A392-7743-EDAF-4972-8C298B505B97}"/>
              </a:ext>
            </a:extLst>
          </p:cNvPr>
          <p:cNvSpPr/>
          <p:nvPr/>
        </p:nvSpPr>
        <p:spPr>
          <a:xfrm>
            <a:off x="962466" y="4331385"/>
            <a:ext cx="849607" cy="358632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消隐源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8EB9F9-A796-BFDC-A316-FA353DD704DD}"/>
              </a:ext>
            </a:extLst>
          </p:cNvPr>
          <p:cNvSpPr/>
          <p:nvPr/>
        </p:nvSpPr>
        <p:spPr>
          <a:xfrm>
            <a:off x="10619235" y="1701357"/>
            <a:ext cx="2021402" cy="880314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电流限值</a:t>
            </a:r>
            <a:r>
              <a:rPr lang="en-US" altLang="zh-CN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zh-CN" altLang="en-US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电压限值</a:t>
            </a:r>
          </a:p>
          <a:p>
            <a:pPr algn="ctr"/>
            <a:r>
              <a:rPr lang="zh-CN" altLang="en-US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  <a:r>
              <a:rPr lang="zh-CN" altLang="en-US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反相输入）</a:t>
            </a:r>
          </a:p>
          <a:p>
            <a:pPr algn="ctr"/>
            <a:endParaRPr lang="zh-CN" altLang="en-US" sz="1695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BBE8CD-09A9-D388-749E-6F873A16345E}"/>
              </a:ext>
            </a:extLst>
          </p:cNvPr>
          <p:cNvSpPr/>
          <p:nvPr/>
        </p:nvSpPr>
        <p:spPr>
          <a:xfrm>
            <a:off x="361975" y="1852863"/>
            <a:ext cx="2021402" cy="619473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实际电流</a:t>
            </a:r>
            <a:r>
              <a:rPr lang="en-US" altLang="zh-CN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zh-CN" altLang="en-US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采样电压</a:t>
            </a:r>
            <a:endParaRPr lang="en-US" altLang="zh-CN" sz="1695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  <a:r>
              <a:rPr lang="zh-CN" altLang="en-US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同相输入）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7C24EE9-A946-0AF5-451F-445B48C06024}"/>
              </a:ext>
            </a:extLst>
          </p:cNvPr>
          <p:cNvCxnSpPr>
            <a:cxnSpLocks/>
          </p:cNvCxnSpPr>
          <p:nvPr/>
        </p:nvCxnSpPr>
        <p:spPr>
          <a:xfrm>
            <a:off x="2391568" y="3763014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A12CF0F-F33D-5E8D-142D-F1E75CB894A4}"/>
              </a:ext>
            </a:extLst>
          </p:cNvPr>
          <p:cNvCxnSpPr>
            <a:cxnSpLocks/>
          </p:cNvCxnSpPr>
          <p:nvPr/>
        </p:nvCxnSpPr>
        <p:spPr>
          <a:xfrm>
            <a:off x="2394474" y="3762007"/>
            <a:ext cx="492690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2C030D4-6C34-330B-C8A3-9D1CB26BA09A}"/>
              </a:ext>
            </a:extLst>
          </p:cNvPr>
          <p:cNvCxnSpPr>
            <a:cxnSpLocks/>
          </p:cNvCxnSpPr>
          <p:nvPr/>
        </p:nvCxnSpPr>
        <p:spPr>
          <a:xfrm>
            <a:off x="2893887" y="3029509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BDBE91A-C619-4E36-DF9B-89CA5C9FD04F}"/>
              </a:ext>
            </a:extLst>
          </p:cNvPr>
          <p:cNvCxnSpPr>
            <a:cxnSpLocks/>
          </p:cNvCxnSpPr>
          <p:nvPr/>
        </p:nvCxnSpPr>
        <p:spPr>
          <a:xfrm>
            <a:off x="2887164" y="3039600"/>
            <a:ext cx="38076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17AED8-DC05-516B-5945-D614D31BE922}"/>
              </a:ext>
            </a:extLst>
          </p:cNvPr>
          <p:cNvCxnSpPr>
            <a:cxnSpLocks/>
          </p:cNvCxnSpPr>
          <p:nvPr/>
        </p:nvCxnSpPr>
        <p:spPr>
          <a:xfrm>
            <a:off x="2910110" y="3763014"/>
            <a:ext cx="1063260" cy="214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FEB7529-0F42-6761-D857-53AACBD75698}"/>
              </a:ext>
            </a:extLst>
          </p:cNvPr>
          <p:cNvSpPr/>
          <p:nvPr/>
        </p:nvSpPr>
        <p:spPr>
          <a:xfrm>
            <a:off x="610532" y="3026145"/>
            <a:ext cx="1503632" cy="619473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en-US" altLang="zh-CN" sz="1695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</a:p>
          <a:p>
            <a:pPr algn="ctr"/>
            <a:r>
              <a:rPr lang="zh-CN" altLang="en-US" sz="1695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原始输出信号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4B6691F-273D-8B8C-D365-A48E1533B5EA}"/>
              </a:ext>
            </a:extLst>
          </p:cNvPr>
          <p:cNvCxnSpPr>
            <a:cxnSpLocks/>
          </p:cNvCxnSpPr>
          <p:nvPr/>
        </p:nvCxnSpPr>
        <p:spPr>
          <a:xfrm flipH="1" flipV="1">
            <a:off x="2902880" y="1875682"/>
            <a:ext cx="53293" cy="703828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23FF9AE-042E-A6BB-318C-93001C79963A}"/>
              </a:ext>
            </a:extLst>
          </p:cNvPr>
          <p:cNvCxnSpPr>
            <a:cxnSpLocks/>
          </p:cNvCxnSpPr>
          <p:nvPr/>
        </p:nvCxnSpPr>
        <p:spPr>
          <a:xfrm flipH="1">
            <a:off x="2965868" y="1947909"/>
            <a:ext cx="1044423" cy="62823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3C1F922-F430-BB3A-9C6F-83B460B1D5E1}"/>
              </a:ext>
            </a:extLst>
          </p:cNvPr>
          <p:cNvCxnSpPr>
            <a:cxnSpLocks/>
          </p:cNvCxnSpPr>
          <p:nvPr/>
        </p:nvCxnSpPr>
        <p:spPr>
          <a:xfrm flipH="1" flipV="1">
            <a:off x="4005415" y="1947909"/>
            <a:ext cx="427981" cy="62823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13E4E25-421E-F5FF-B65D-3A87C501982E}"/>
              </a:ext>
            </a:extLst>
          </p:cNvPr>
          <p:cNvCxnSpPr>
            <a:cxnSpLocks/>
          </p:cNvCxnSpPr>
          <p:nvPr/>
        </p:nvCxnSpPr>
        <p:spPr>
          <a:xfrm flipV="1">
            <a:off x="6241161" y="273546"/>
            <a:ext cx="212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5B069DBD-D448-EE72-6B32-D557737836CC}"/>
              </a:ext>
            </a:extLst>
          </p:cNvPr>
          <p:cNvCxnSpPr>
            <a:cxnSpLocks/>
          </p:cNvCxnSpPr>
          <p:nvPr/>
        </p:nvCxnSpPr>
        <p:spPr>
          <a:xfrm flipV="1">
            <a:off x="7356817" y="2735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7A6CE4C5-FCD4-0BAE-3A18-773C502129E9}"/>
              </a:ext>
            </a:extLst>
          </p:cNvPr>
          <p:cNvCxnSpPr>
            <a:cxnSpLocks/>
          </p:cNvCxnSpPr>
          <p:nvPr/>
        </p:nvCxnSpPr>
        <p:spPr>
          <a:xfrm flipV="1">
            <a:off x="8475941" y="2735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B817942C-AC12-486B-0BAB-E3222D142DC6}"/>
              </a:ext>
            </a:extLst>
          </p:cNvPr>
          <p:cNvCxnSpPr>
            <a:cxnSpLocks/>
          </p:cNvCxnSpPr>
          <p:nvPr/>
        </p:nvCxnSpPr>
        <p:spPr>
          <a:xfrm flipV="1">
            <a:off x="9623546" y="2735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A9CFA4B7-C614-06D9-7F68-F4DA4518EB70}"/>
              </a:ext>
            </a:extLst>
          </p:cNvPr>
          <p:cNvCxnSpPr>
            <a:cxnSpLocks/>
          </p:cNvCxnSpPr>
          <p:nvPr/>
        </p:nvCxnSpPr>
        <p:spPr>
          <a:xfrm>
            <a:off x="2932524" y="3028290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8A670FD7-70B0-059F-8456-B754C4D6B2FB}"/>
              </a:ext>
            </a:extLst>
          </p:cNvPr>
          <p:cNvCxnSpPr>
            <a:cxnSpLocks/>
          </p:cNvCxnSpPr>
          <p:nvPr/>
        </p:nvCxnSpPr>
        <p:spPr>
          <a:xfrm flipH="1">
            <a:off x="5136046" y="1877527"/>
            <a:ext cx="38990" cy="68521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E5DF6CC8-5D20-6DD9-041A-484D31DD289D}"/>
              </a:ext>
            </a:extLst>
          </p:cNvPr>
          <p:cNvCxnSpPr>
            <a:cxnSpLocks/>
          </p:cNvCxnSpPr>
          <p:nvPr/>
        </p:nvCxnSpPr>
        <p:spPr>
          <a:xfrm flipH="1" flipV="1">
            <a:off x="5178549" y="1870800"/>
            <a:ext cx="53293" cy="703828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D8D845DF-F9DA-AC8C-CFBB-FF33EA564B28}"/>
              </a:ext>
            </a:extLst>
          </p:cNvPr>
          <p:cNvCxnSpPr>
            <a:cxnSpLocks/>
          </p:cNvCxnSpPr>
          <p:nvPr/>
        </p:nvCxnSpPr>
        <p:spPr>
          <a:xfrm flipH="1">
            <a:off x="5241538" y="1943027"/>
            <a:ext cx="1044423" cy="62823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78101F28-56FB-2805-48A9-F63B8713C58E}"/>
              </a:ext>
            </a:extLst>
          </p:cNvPr>
          <p:cNvCxnSpPr>
            <a:cxnSpLocks/>
          </p:cNvCxnSpPr>
          <p:nvPr/>
        </p:nvCxnSpPr>
        <p:spPr>
          <a:xfrm flipH="1" flipV="1">
            <a:off x="6281085" y="1943027"/>
            <a:ext cx="427981" cy="62823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98D5DAEF-DAB5-C747-2452-09F77FF3D09B}"/>
              </a:ext>
            </a:extLst>
          </p:cNvPr>
          <p:cNvCxnSpPr>
            <a:cxnSpLocks/>
          </p:cNvCxnSpPr>
          <p:nvPr/>
        </p:nvCxnSpPr>
        <p:spPr>
          <a:xfrm flipH="1">
            <a:off x="7365122" y="1864074"/>
            <a:ext cx="38990" cy="68521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57CA06C0-3D64-CA0E-4191-9D9641EFDC05}"/>
              </a:ext>
            </a:extLst>
          </p:cNvPr>
          <p:cNvCxnSpPr>
            <a:cxnSpLocks/>
          </p:cNvCxnSpPr>
          <p:nvPr/>
        </p:nvCxnSpPr>
        <p:spPr>
          <a:xfrm flipH="1" flipV="1">
            <a:off x="7407625" y="1857347"/>
            <a:ext cx="53293" cy="703828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5BE91EE2-418F-57B5-316A-F91EE385EBD2}"/>
              </a:ext>
            </a:extLst>
          </p:cNvPr>
          <p:cNvCxnSpPr>
            <a:cxnSpLocks/>
          </p:cNvCxnSpPr>
          <p:nvPr/>
        </p:nvCxnSpPr>
        <p:spPr>
          <a:xfrm flipH="1">
            <a:off x="7470614" y="1929575"/>
            <a:ext cx="1044423" cy="62823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3A406B35-50B7-EAA1-00C8-498658F1E410}"/>
              </a:ext>
            </a:extLst>
          </p:cNvPr>
          <p:cNvCxnSpPr>
            <a:cxnSpLocks/>
          </p:cNvCxnSpPr>
          <p:nvPr/>
        </p:nvCxnSpPr>
        <p:spPr>
          <a:xfrm flipH="1" flipV="1">
            <a:off x="8510161" y="1929575"/>
            <a:ext cx="427981" cy="628239"/>
          </a:xfrm>
          <a:prstGeom prst="line">
            <a:avLst/>
          </a:prstGeom>
          <a:ln w="190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A27DE1EA-3918-4D22-3FE9-7271B29437A7}"/>
              </a:ext>
            </a:extLst>
          </p:cNvPr>
          <p:cNvCxnSpPr>
            <a:cxnSpLocks/>
          </p:cNvCxnSpPr>
          <p:nvPr/>
        </p:nvCxnSpPr>
        <p:spPr>
          <a:xfrm>
            <a:off x="2391568" y="1320176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D163B876-FE0F-F7E1-23DB-CFE39E933B68}"/>
              </a:ext>
            </a:extLst>
          </p:cNvPr>
          <p:cNvCxnSpPr>
            <a:cxnSpLocks/>
          </p:cNvCxnSpPr>
          <p:nvPr/>
        </p:nvCxnSpPr>
        <p:spPr>
          <a:xfrm>
            <a:off x="2396716" y="1319169"/>
            <a:ext cx="462265" cy="0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4DD88B5-E20F-2851-FAD5-56B2B1C42DF0}"/>
              </a:ext>
            </a:extLst>
          </p:cNvPr>
          <p:cNvCxnSpPr>
            <a:cxnSpLocks/>
          </p:cNvCxnSpPr>
          <p:nvPr/>
        </p:nvCxnSpPr>
        <p:spPr>
          <a:xfrm>
            <a:off x="2853538" y="583307"/>
            <a:ext cx="0" cy="736869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B0ADFC82-95DF-32C1-E1D2-8F195BFF1F6B}"/>
              </a:ext>
            </a:extLst>
          </p:cNvPr>
          <p:cNvCxnSpPr>
            <a:cxnSpLocks/>
          </p:cNvCxnSpPr>
          <p:nvPr/>
        </p:nvCxnSpPr>
        <p:spPr>
          <a:xfrm>
            <a:off x="2853538" y="583306"/>
            <a:ext cx="1116368" cy="0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DD71C3A7-DE90-3732-0DDF-A95B6DF4B68A}"/>
              </a:ext>
            </a:extLst>
          </p:cNvPr>
          <p:cNvCxnSpPr>
            <a:cxnSpLocks/>
          </p:cNvCxnSpPr>
          <p:nvPr/>
        </p:nvCxnSpPr>
        <p:spPr>
          <a:xfrm>
            <a:off x="3974390" y="1323028"/>
            <a:ext cx="1138990" cy="13305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BFFFCF34-76BF-2562-4ABC-EC4E6575BF25}"/>
              </a:ext>
            </a:extLst>
          </p:cNvPr>
          <p:cNvSpPr/>
          <p:nvPr/>
        </p:nvSpPr>
        <p:spPr>
          <a:xfrm>
            <a:off x="867103" y="549119"/>
            <a:ext cx="1138147" cy="619473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电机</a:t>
            </a:r>
            <a:r>
              <a:rPr lang="en-US" altLang="zh-CN" sz="1695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</a:p>
          <a:p>
            <a:pPr algn="ctr"/>
            <a:r>
              <a:rPr lang="zh-CN" altLang="en-US" sz="1695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控制信号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DB500E49-AF2D-9D21-D184-2A447BF024A1}"/>
              </a:ext>
            </a:extLst>
          </p:cNvPr>
          <p:cNvCxnSpPr>
            <a:cxnSpLocks/>
          </p:cNvCxnSpPr>
          <p:nvPr/>
        </p:nvCxnSpPr>
        <p:spPr>
          <a:xfrm>
            <a:off x="3974229" y="599464"/>
            <a:ext cx="0" cy="736869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B51B1D6B-E93E-9AE9-76B8-C88AFBCE1EF8}"/>
              </a:ext>
            </a:extLst>
          </p:cNvPr>
          <p:cNvCxnSpPr>
            <a:cxnSpLocks/>
          </p:cNvCxnSpPr>
          <p:nvPr/>
        </p:nvCxnSpPr>
        <p:spPr>
          <a:xfrm>
            <a:off x="5133808" y="593198"/>
            <a:ext cx="0" cy="736869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D9DD1A3D-8A7E-05F7-DFA8-5E6DAE33DAE3}"/>
              </a:ext>
            </a:extLst>
          </p:cNvPr>
          <p:cNvCxnSpPr>
            <a:cxnSpLocks/>
          </p:cNvCxnSpPr>
          <p:nvPr/>
        </p:nvCxnSpPr>
        <p:spPr>
          <a:xfrm>
            <a:off x="5120519" y="593197"/>
            <a:ext cx="1116368" cy="0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4775AAF4-FEC6-EF99-55DA-7928263EAA97}"/>
              </a:ext>
            </a:extLst>
          </p:cNvPr>
          <p:cNvCxnSpPr>
            <a:cxnSpLocks/>
          </p:cNvCxnSpPr>
          <p:nvPr/>
        </p:nvCxnSpPr>
        <p:spPr>
          <a:xfrm>
            <a:off x="6236887" y="1332919"/>
            <a:ext cx="1138990" cy="13305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FA8720A5-BDD6-5F18-55C6-1A9B605E5A42}"/>
              </a:ext>
            </a:extLst>
          </p:cNvPr>
          <p:cNvCxnSpPr>
            <a:cxnSpLocks/>
          </p:cNvCxnSpPr>
          <p:nvPr/>
        </p:nvCxnSpPr>
        <p:spPr>
          <a:xfrm>
            <a:off x="6241370" y="600708"/>
            <a:ext cx="0" cy="736869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FCDF6FE2-48DF-2E9C-9364-2A5C2B64BE3F}"/>
              </a:ext>
            </a:extLst>
          </p:cNvPr>
          <p:cNvCxnSpPr>
            <a:cxnSpLocks/>
          </p:cNvCxnSpPr>
          <p:nvPr/>
        </p:nvCxnSpPr>
        <p:spPr>
          <a:xfrm>
            <a:off x="7355249" y="597856"/>
            <a:ext cx="0" cy="736869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036B982C-4446-954C-451D-A2308C982B77}"/>
              </a:ext>
            </a:extLst>
          </p:cNvPr>
          <p:cNvCxnSpPr>
            <a:cxnSpLocks/>
          </p:cNvCxnSpPr>
          <p:nvPr/>
        </p:nvCxnSpPr>
        <p:spPr>
          <a:xfrm>
            <a:off x="7359573" y="597855"/>
            <a:ext cx="1116368" cy="0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2142007D-20A7-FF31-8922-3FE59C916772}"/>
              </a:ext>
            </a:extLst>
          </p:cNvPr>
          <p:cNvCxnSpPr>
            <a:cxnSpLocks/>
          </p:cNvCxnSpPr>
          <p:nvPr/>
        </p:nvCxnSpPr>
        <p:spPr>
          <a:xfrm>
            <a:off x="8475941" y="1341900"/>
            <a:ext cx="1138990" cy="13305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54C96BCF-2030-3FCD-680B-102267AA8E6B}"/>
              </a:ext>
            </a:extLst>
          </p:cNvPr>
          <p:cNvCxnSpPr>
            <a:cxnSpLocks/>
          </p:cNvCxnSpPr>
          <p:nvPr/>
        </p:nvCxnSpPr>
        <p:spPr>
          <a:xfrm>
            <a:off x="8475941" y="605366"/>
            <a:ext cx="0" cy="736869"/>
          </a:xfrm>
          <a:prstGeom prst="line">
            <a:avLst/>
          </a:prstGeom>
          <a:ln w="190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177288D3-9EA7-A857-E1F7-C01B596D56EB}"/>
              </a:ext>
            </a:extLst>
          </p:cNvPr>
          <p:cNvCxnSpPr>
            <a:cxnSpLocks/>
          </p:cNvCxnSpPr>
          <p:nvPr/>
        </p:nvCxnSpPr>
        <p:spPr>
          <a:xfrm>
            <a:off x="3973502" y="3037256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26350169-D7F6-02BA-1A63-2C437896DCA5}"/>
              </a:ext>
            </a:extLst>
          </p:cNvPr>
          <p:cNvCxnSpPr>
            <a:cxnSpLocks/>
          </p:cNvCxnSpPr>
          <p:nvPr/>
        </p:nvCxnSpPr>
        <p:spPr>
          <a:xfrm>
            <a:off x="3966779" y="3047346"/>
            <a:ext cx="543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0AEF9460-F0F3-57E7-077E-ADEC4711A9FD}"/>
              </a:ext>
            </a:extLst>
          </p:cNvPr>
          <p:cNvCxnSpPr>
            <a:cxnSpLocks/>
          </p:cNvCxnSpPr>
          <p:nvPr/>
        </p:nvCxnSpPr>
        <p:spPr>
          <a:xfrm>
            <a:off x="4030076" y="3036036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D109711C-82F0-6151-96E9-1AB018959984}"/>
              </a:ext>
            </a:extLst>
          </p:cNvPr>
          <p:cNvCxnSpPr>
            <a:cxnSpLocks/>
          </p:cNvCxnSpPr>
          <p:nvPr/>
        </p:nvCxnSpPr>
        <p:spPr>
          <a:xfrm>
            <a:off x="4012254" y="3765159"/>
            <a:ext cx="1137789" cy="6787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FD681CBB-DE4A-B2D4-BA3E-5A24E01A1569}"/>
              </a:ext>
            </a:extLst>
          </p:cNvPr>
          <p:cNvCxnSpPr>
            <a:cxnSpLocks/>
          </p:cNvCxnSpPr>
          <p:nvPr/>
        </p:nvCxnSpPr>
        <p:spPr>
          <a:xfrm>
            <a:off x="5163222" y="3040819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58DB3B8B-C507-302A-2CE7-F627A6A30D96}"/>
              </a:ext>
            </a:extLst>
          </p:cNvPr>
          <p:cNvCxnSpPr>
            <a:cxnSpLocks/>
          </p:cNvCxnSpPr>
          <p:nvPr/>
        </p:nvCxnSpPr>
        <p:spPr>
          <a:xfrm>
            <a:off x="5156499" y="3050910"/>
            <a:ext cx="38076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5AC1B135-57E7-CA87-399E-D6C4C65857C2}"/>
              </a:ext>
            </a:extLst>
          </p:cNvPr>
          <p:cNvCxnSpPr>
            <a:cxnSpLocks/>
          </p:cNvCxnSpPr>
          <p:nvPr/>
        </p:nvCxnSpPr>
        <p:spPr>
          <a:xfrm>
            <a:off x="5170478" y="3774325"/>
            <a:ext cx="1063260" cy="214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6B8D66DE-145A-1F4B-D75E-CC9AB477CBF8}"/>
              </a:ext>
            </a:extLst>
          </p:cNvPr>
          <p:cNvCxnSpPr>
            <a:cxnSpLocks/>
          </p:cNvCxnSpPr>
          <p:nvPr/>
        </p:nvCxnSpPr>
        <p:spPr>
          <a:xfrm>
            <a:off x="5201860" y="3039600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3404A1D1-1E3D-8A5C-53A2-393864A06BDD}"/>
              </a:ext>
            </a:extLst>
          </p:cNvPr>
          <p:cNvCxnSpPr>
            <a:cxnSpLocks/>
          </p:cNvCxnSpPr>
          <p:nvPr/>
        </p:nvCxnSpPr>
        <p:spPr>
          <a:xfrm>
            <a:off x="6242837" y="3048566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AEB15D5F-A932-C4A0-FD30-84EA2D0E3DD0}"/>
              </a:ext>
            </a:extLst>
          </p:cNvPr>
          <p:cNvCxnSpPr>
            <a:cxnSpLocks/>
          </p:cNvCxnSpPr>
          <p:nvPr/>
        </p:nvCxnSpPr>
        <p:spPr>
          <a:xfrm>
            <a:off x="6236114" y="3058656"/>
            <a:ext cx="543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F6ECDB33-F3EE-94F0-9967-B2965F2B95B5}"/>
              </a:ext>
            </a:extLst>
          </p:cNvPr>
          <p:cNvCxnSpPr>
            <a:cxnSpLocks/>
          </p:cNvCxnSpPr>
          <p:nvPr/>
        </p:nvCxnSpPr>
        <p:spPr>
          <a:xfrm>
            <a:off x="6299412" y="3047347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C89486FF-CB41-C0D3-D897-7D098724D04E}"/>
              </a:ext>
            </a:extLst>
          </p:cNvPr>
          <p:cNvCxnSpPr>
            <a:cxnSpLocks/>
          </p:cNvCxnSpPr>
          <p:nvPr/>
        </p:nvCxnSpPr>
        <p:spPr>
          <a:xfrm>
            <a:off x="6281589" y="3776470"/>
            <a:ext cx="1103523" cy="7241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B8A06CD6-51C7-0E94-2A26-F79BDE95F8A3}"/>
              </a:ext>
            </a:extLst>
          </p:cNvPr>
          <p:cNvCxnSpPr>
            <a:cxnSpLocks/>
          </p:cNvCxnSpPr>
          <p:nvPr/>
        </p:nvCxnSpPr>
        <p:spPr>
          <a:xfrm>
            <a:off x="7398562" y="3054690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2B4ED97A-95E9-9869-C3D4-10DC402B74BD}"/>
              </a:ext>
            </a:extLst>
          </p:cNvPr>
          <p:cNvCxnSpPr>
            <a:cxnSpLocks/>
          </p:cNvCxnSpPr>
          <p:nvPr/>
        </p:nvCxnSpPr>
        <p:spPr>
          <a:xfrm>
            <a:off x="7391839" y="3064780"/>
            <a:ext cx="38076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1AEBDF11-EAF8-B5A2-DE04-82C3421BC585}"/>
              </a:ext>
            </a:extLst>
          </p:cNvPr>
          <p:cNvCxnSpPr>
            <a:cxnSpLocks/>
          </p:cNvCxnSpPr>
          <p:nvPr/>
        </p:nvCxnSpPr>
        <p:spPr>
          <a:xfrm>
            <a:off x="7412543" y="3783711"/>
            <a:ext cx="1063260" cy="214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C6AE4D24-3492-488E-E423-B8459C33D374}"/>
              </a:ext>
            </a:extLst>
          </p:cNvPr>
          <p:cNvCxnSpPr>
            <a:cxnSpLocks/>
          </p:cNvCxnSpPr>
          <p:nvPr/>
        </p:nvCxnSpPr>
        <p:spPr>
          <a:xfrm>
            <a:off x="7437199" y="3053471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2BAEEF09-E1CC-580A-44F8-FCB4B9CBE73D}"/>
              </a:ext>
            </a:extLst>
          </p:cNvPr>
          <p:cNvCxnSpPr>
            <a:cxnSpLocks/>
          </p:cNvCxnSpPr>
          <p:nvPr/>
        </p:nvCxnSpPr>
        <p:spPr>
          <a:xfrm>
            <a:off x="8473693" y="3062436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78CD73D4-4D9D-16B5-6276-AB50B1FFB9B0}"/>
              </a:ext>
            </a:extLst>
          </p:cNvPr>
          <p:cNvCxnSpPr>
            <a:cxnSpLocks/>
          </p:cNvCxnSpPr>
          <p:nvPr/>
        </p:nvCxnSpPr>
        <p:spPr>
          <a:xfrm>
            <a:off x="8466970" y="3072526"/>
            <a:ext cx="54332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182BB8D2-9F61-D2BB-68E6-3A6B3C66C552}"/>
              </a:ext>
            </a:extLst>
          </p:cNvPr>
          <p:cNvCxnSpPr>
            <a:cxnSpLocks/>
          </p:cNvCxnSpPr>
          <p:nvPr/>
        </p:nvCxnSpPr>
        <p:spPr>
          <a:xfrm>
            <a:off x="8530268" y="3061217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98E49B87-C231-F389-71C0-14AA2A180BA1}"/>
              </a:ext>
            </a:extLst>
          </p:cNvPr>
          <p:cNvCxnSpPr>
            <a:cxnSpLocks/>
          </p:cNvCxnSpPr>
          <p:nvPr/>
        </p:nvCxnSpPr>
        <p:spPr>
          <a:xfrm>
            <a:off x="8512446" y="3790339"/>
            <a:ext cx="1137789" cy="6787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6427421A-FABD-FF19-53CB-444ED4F60755}"/>
              </a:ext>
            </a:extLst>
          </p:cNvPr>
          <p:cNvCxnSpPr>
            <a:cxnSpLocks/>
          </p:cNvCxnSpPr>
          <p:nvPr/>
        </p:nvCxnSpPr>
        <p:spPr>
          <a:xfrm>
            <a:off x="2391568" y="4876957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084D035D-0A30-0587-C295-6644F53E29BB}"/>
              </a:ext>
            </a:extLst>
          </p:cNvPr>
          <p:cNvCxnSpPr>
            <a:cxnSpLocks/>
          </p:cNvCxnSpPr>
          <p:nvPr/>
        </p:nvCxnSpPr>
        <p:spPr>
          <a:xfrm flipV="1">
            <a:off x="2394474" y="4876957"/>
            <a:ext cx="464508" cy="235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0C67F99F-C24E-555F-67D8-DAD87EFABCBD}"/>
              </a:ext>
            </a:extLst>
          </p:cNvPr>
          <p:cNvCxnSpPr>
            <a:cxnSpLocks/>
          </p:cNvCxnSpPr>
          <p:nvPr/>
        </p:nvCxnSpPr>
        <p:spPr>
          <a:xfrm>
            <a:off x="2858863" y="4141307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B49DD6F0-5648-FBB6-81E4-066D603222C8}"/>
              </a:ext>
            </a:extLst>
          </p:cNvPr>
          <p:cNvCxnSpPr>
            <a:cxnSpLocks/>
          </p:cNvCxnSpPr>
          <p:nvPr/>
        </p:nvCxnSpPr>
        <p:spPr>
          <a:xfrm>
            <a:off x="2852140" y="4151399"/>
            <a:ext cx="151757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B63A31E4-AF6F-49F5-7625-07E0BBCD7F92}"/>
              </a:ext>
            </a:extLst>
          </p:cNvPr>
          <p:cNvCxnSpPr>
            <a:cxnSpLocks/>
          </p:cNvCxnSpPr>
          <p:nvPr/>
        </p:nvCxnSpPr>
        <p:spPr>
          <a:xfrm>
            <a:off x="3005841" y="4140088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5E61F2DE-62CC-150A-DA2A-BB3F3AC9D760}"/>
              </a:ext>
            </a:extLst>
          </p:cNvPr>
          <p:cNvCxnSpPr>
            <a:cxnSpLocks/>
          </p:cNvCxnSpPr>
          <p:nvPr/>
        </p:nvCxnSpPr>
        <p:spPr>
          <a:xfrm>
            <a:off x="3003897" y="4876957"/>
            <a:ext cx="2116366" cy="10091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ABC2AD7-DDE7-40A1-652F-3CF9DF6793CC}"/>
              </a:ext>
            </a:extLst>
          </p:cNvPr>
          <p:cNvCxnSpPr>
            <a:cxnSpLocks/>
          </p:cNvCxnSpPr>
          <p:nvPr/>
        </p:nvCxnSpPr>
        <p:spPr>
          <a:xfrm>
            <a:off x="5117478" y="4152142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39933BBC-8776-1D3B-E2EB-D906AC577371}"/>
              </a:ext>
            </a:extLst>
          </p:cNvPr>
          <p:cNvCxnSpPr>
            <a:cxnSpLocks/>
          </p:cNvCxnSpPr>
          <p:nvPr/>
        </p:nvCxnSpPr>
        <p:spPr>
          <a:xfrm flipV="1">
            <a:off x="5110755" y="4159889"/>
            <a:ext cx="149965" cy="2344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97F3F2D6-0D8F-DC5A-C9D2-591442A6A854}"/>
              </a:ext>
            </a:extLst>
          </p:cNvPr>
          <p:cNvCxnSpPr>
            <a:cxnSpLocks/>
          </p:cNvCxnSpPr>
          <p:nvPr/>
        </p:nvCxnSpPr>
        <p:spPr>
          <a:xfrm>
            <a:off x="5279770" y="4150923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603980BA-1C01-7D57-6E56-42A7A57F7E72}"/>
              </a:ext>
            </a:extLst>
          </p:cNvPr>
          <p:cNvCxnSpPr>
            <a:cxnSpLocks/>
          </p:cNvCxnSpPr>
          <p:nvPr/>
        </p:nvCxnSpPr>
        <p:spPr>
          <a:xfrm>
            <a:off x="5277202" y="4887048"/>
            <a:ext cx="2101676" cy="1083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D67BA014-F7DD-2F98-4F4A-B82CF95F9118}"/>
              </a:ext>
            </a:extLst>
          </p:cNvPr>
          <p:cNvCxnSpPr>
            <a:cxnSpLocks/>
          </p:cNvCxnSpPr>
          <p:nvPr/>
        </p:nvCxnSpPr>
        <p:spPr>
          <a:xfrm>
            <a:off x="7360452" y="4161109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FE7CBDE1-2289-666E-BBBD-77573B1966B4}"/>
              </a:ext>
            </a:extLst>
          </p:cNvPr>
          <p:cNvCxnSpPr>
            <a:cxnSpLocks/>
          </p:cNvCxnSpPr>
          <p:nvPr/>
        </p:nvCxnSpPr>
        <p:spPr>
          <a:xfrm>
            <a:off x="7353729" y="4171199"/>
            <a:ext cx="17596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699FE171-D72E-89C1-EA6F-1AF473D2528F}"/>
              </a:ext>
            </a:extLst>
          </p:cNvPr>
          <p:cNvCxnSpPr>
            <a:cxnSpLocks/>
          </p:cNvCxnSpPr>
          <p:nvPr/>
        </p:nvCxnSpPr>
        <p:spPr>
          <a:xfrm>
            <a:off x="7529690" y="4159889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2E912487-A533-738D-CCC3-AFD85DA975DC}"/>
              </a:ext>
            </a:extLst>
          </p:cNvPr>
          <p:cNvCxnSpPr>
            <a:cxnSpLocks/>
          </p:cNvCxnSpPr>
          <p:nvPr/>
        </p:nvCxnSpPr>
        <p:spPr>
          <a:xfrm>
            <a:off x="7523363" y="4906849"/>
            <a:ext cx="2098489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0" name="矩形 209">
            <a:extLst>
              <a:ext uri="{FF2B5EF4-FFF2-40B4-BE49-F238E27FC236}">
                <a16:creationId xmlns:a16="http://schemas.microsoft.com/office/drawing/2014/main" id="{76C01031-8571-9EC3-823F-1F5487F0AA11}"/>
              </a:ext>
            </a:extLst>
          </p:cNvPr>
          <p:cNvSpPr/>
          <p:nvPr/>
        </p:nvSpPr>
        <p:spPr>
          <a:xfrm>
            <a:off x="792882" y="5562132"/>
            <a:ext cx="1285623" cy="358632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消隐源取反</a:t>
            </a:r>
          </a:p>
        </p:txBody>
      </p: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AB4F0CF2-07E9-FD7A-A40E-8DF46608AA65}"/>
              </a:ext>
            </a:extLst>
          </p:cNvPr>
          <p:cNvCxnSpPr>
            <a:cxnSpLocks/>
          </p:cNvCxnSpPr>
          <p:nvPr/>
        </p:nvCxnSpPr>
        <p:spPr>
          <a:xfrm>
            <a:off x="2391568" y="6121154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F591602B-8A64-F15D-48F8-FB5A5B4D29AC}"/>
              </a:ext>
            </a:extLst>
          </p:cNvPr>
          <p:cNvCxnSpPr>
            <a:cxnSpLocks/>
          </p:cNvCxnSpPr>
          <p:nvPr/>
        </p:nvCxnSpPr>
        <p:spPr>
          <a:xfrm flipV="1">
            <a:off x="2394474" y="5398176"/>
            <a:ext cx="464508" cy="235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6E41244E-EF27-5D0B-5697-AF8767D85B9F}"/>
              </a:ext>
            </a:extLst>
          </p:cNvPr>
          <p:cNvCxnSpPr>
            <a:cxnSpLocks/>
          </p:cNvCxnSpPr>
          <p:nvPr/>
        </p:nvCxnSpPr>
        <p:spPr>
          <a:xfrm>
            <a:off x="2858863" y="5385504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2D38D867-C322-6D33-2F1A-E5E5F39B5606}"/>
              </a:ext>
            </a:extLst>
          </p:cNvPr>
          <p:cNvCxnSpPr>
            <a:cxnSpLocks/>
          </p:cNvCxnSpPr>
          <p:nvPr/>
        </p:nvCxnSpPr>
        <p:spPr>
          <a:xfrm>
            <a:off x="2852140" y="6123056"/>
            <a:ext cx="85717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342EA869-ED5B-1932-DA73-0DA5F752D2C8}"/>
              </a:ext>
            </a:extLst>
          </p:cNvPr>
          <p:cNvCxnSpPr>
            <a:cxnSpLocks/>
          </p:cNvCxnSpPr>
          <p:nvPr/>
        </p:nvCxnSpPr>
        <p:spPr>
          <a:xfrm>
            <a:off x="3008977" y="5384285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78922418-F99A-2B6A-79D5-8F5279ABC813}"/>
              </a:ext>
            </a:extLst>
          </p:cNvPr>
          <p:cNvCxnSpPr>
            <a:cxnSpLocks/>
          </p:cNvCxnSpPr>
          <p:nvPr/>
        </p:nvCxnSpPr>
        <p:spPr>
          <a:xfrm>
            <a:off x="3003897" y="5395439"/>
            <a:ext cx="212773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4BA33B9B-E8D8-E602-20C8-BA59BAD0589C}"/>
              </a:ext>
            </a:extLst>
          </p:cNvPr>
          <p:cNvCxnSpPr>
            <a:cxnSpLocks/>
          </p:cNvCxnSpPr>
          <p:nvPr/>
        </p:nvCxnSpPr>
        <p:spPr>
          <a:xfrm>
            <a:off x="5114236" y="5396659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8864659A-9612-349D-5519-3D553A6BFA73}"/>
              </a:ext>
            </a:extLst>
          </p:cNvPr>
          <p:cNvCxnSpPr>
            <a:cxnSpLocks/>
          </p:cNvCxnSpPr>
          <p:nvPr/>
        </p:nvCxnSpPr>
        <p:spPr>
          <a:xfrm flipV="1">
            <a:off x="5107513" y="6132309"/>
            <a:ext cx="97683" cy="190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3A74C260-88D4-D4B6-50E4-998DC60B88A3}"/>
              </a:ext>
            </a:extLst>
          </p:cNvPr>
          <p:cNvCxnSpPr>
            <a:cxnSpLocks/>
          </p:cNvCxnSpPr>
          <p:nvPr/>
        </p:nvCxnSpPr>
        <p:spPr>
          <a:xfrm>
            <a:off x="5277202" y="5395440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7EBF8874-2CC2-AFE3-D416-273DB8EBFAD3}"/>
              </a:ext>
            </a:extLst>
          </p:cNvPr>
          <p:cNvCxnSpPr>
            <a:cxnSpLocks/>
          </p:cNvCxnSpPr>
          <p:nvPr/>
        </p:nvCxnSpPr>
        <p:spPr>
          <a:xfrm>
            <a:off x="5277202" y="5395439"/>
            <a:ext cx="2087920" cy="1884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F0911264-FA0D-D7C2-D8FB-7C339D4833E2}"/>
              </a:ext>
            </a:extLst>
          </p:cNvPr>
          <p:cNvCxnSpPr>
            <a:cxnSpLocks/>
          </p:cNvCxnSpPr>
          <p:nvPr/>
        </p:nvCxnSpPr>
        <p:spPr>
          <a:xfrm>
            <a:off x="7358679" y="5408340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5D0EE376-1664-E7C3-3A01-49365FE3B0B3}"/>
              </a:ext>
            </a:extLst>
          </p:cNvPr>
          <p:cNvCxnSpPr>
            <a:cxnSpLocks/>
          </p:cNvCxnSpPr>
          <p:nvPr/>
        </p:nvCxnSpPr>
        <p:spPr>
          <a:xfrm>
            <a:off x="7348593" y="6145892"/>
            <a:ext cx="112325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FA2A022A-7C5A-762A-27EB-BC9974012164}"/>
              </a:ext>
            </a:extLst>
          </p:cNvPr>
          <p:cNvCxnSpPr>
            <a:cxnSpLocks/>
          </p:cNvCxnSpPr>
          <p:nvPr/>
        </p:nvCxnSpPr>
        <p:spPr>
          <a:xfrm>
            <a:off x="7523363" y="5407121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784426D1-0B23-6406-2BC7-F7AB14B43144}"/>
              </a:ext>
            </a:extLst>
          </p:cNvPr>
          <p:cNvCxnSpPr>
            <a:cxnSpLocks/>
          </p:cNvCxnSpPr>
          <p:nvPr/>
        </p:nvCxnSpPr>
        <p:spPr>
          <a:xfrm>
            <a:off x="7523363" y="5395439"/>
            <a:ext cx="2091568" cy="1168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0DEFD58E-D7A8-3DC4-C396-8F5A1F0B4D1B}"/>
              </a:ext>
            </a:extLst>
          </p:cNvPr>
          <p:cNvCxnSpPr>
            <a:cxnSpLocks/>
          </p:cNvCxnSpPr>
          <p:nvPr/>
        </p:nvCxnSpPr>
        <p:spPr>
          <a:xfrm>
            <a:off x="2387931" y="7312764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B73029C0-CC05-6325-CB25-3AD840633BD2}"/>
              </a:ext>
            </a:extLst>
          </p:cNvPr>
          <p:cNvCxnSpPr>
            <a:cxnSpLocks/>
          </p:cNvCxnSpPr>
          <p:nvPr/>
        </p:nvCxnSpPr>
        <p:spPr>
          <a:xfrm>
            <a:off x="2390837" y="7311757"/>
            <a:ext cx="1572304" cy="9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8" name="矩形 267">
            <a:extLst>
              <a:ext uri="{FF2B5EF4-FFF2-40B4-BE49-F238E27FC236}">
                <a16:creationId xmlns:a16="http://schemas.microsoft.com/office/drawing/2014/main" id="{9923BFDD-FCBB-B32E-10E0-22387BEC1E68}"/>
              </a:ext>
            </a:extLst>
          </p:cNvPr>
          <p:cNvSpPr/>
          <p:nvPr/>
        </p:nvSpPr>
        <p:spPr>
          <a:xfrm>
            <a:off x="724452" y="6807168"/>
            <a:ext cx="1503632" cy="619473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en-US" altLang="zh-CN" sz="1695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</a:p>
          <a:p>
            <a:pPr algn="ctr"/>
            <a:r>
              <a:rPr lang="zh-CN" altLang="en-US" sz="1695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最终输出信号</a:t>
            </a:r>
          </a:p>
        </p:txBody>
      </p: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A5EB6BB8-14B4-A7F3-DD08-6ED7FB330432}"/>
              </a:ext>
            </a:extLst>
          </p:cNvPr>
          <p:cNvCxnSpPr>
            <a:cxnSpLocks/>
          </p:cNvCxnSpPr>
          <p:nvPr/>
        </p:nvCxnSpPr>
        <p:spPr>
          <a:xfrm>
            <a:off x="3973227" y="6587006"/>
            <a:ext cx="0" cy="7368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84BE0242-6A04-AF97-4049-77379CC1B7C6}"/>
              </a:ext>
            </a:extLst>
          </p:cNvPr>
          <p:cNvCxnSpPr>
            <a:cxnSpLocks/>
          </p:cNvCxnSpPr>
          <p:nvPr/>
        </p:nvCxnSpPr>
        <p:spPr>
          <a:xfrm>
            <a:off x="3971885" y="6597096"/>
            <a:ext cx="5433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F206E5C8-8DCF-3338-1ED6-6AD8D5C44D8D}"/>
              </a:ext>
            </a:extLst>
          </p:cNvPr>
          <p:cNvCxnSpPr>
            <a:cxnSpLocks/>
          </p:cNvCxnSpPr>
          <p:nvPr/>
        </p:nvCxnSpPr>
        <p:spPr>
          <a:xfrm>
            <a:off x="4031596" y="6585787"/>
            <a:ext cx="0" cy="7368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3CD5E7E1-D2FD-EA61-4610-CF30EEE67FE9}"/>
              </a:ext>
            </a:extLst>
          </p:cNvPr>
          <p:cNvCxnSpPr>
            <a:cxnSpLocks/>
          </p:cNvCxnSpPr>
          <p:nvPr/>
        </p:nvCxnSpPr>
        <p:spPr>
          <a:xfrm>
            <a:off x="4008617" y="7314909"/>
            <a:ext cx="2231081" cy="178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397F13D4-B643-7275-7ACF-6687503266B2}"/>
              </a:ext>
            </a:extLst>
          </p:cNvPr>
          <p:cNvCxnSpPr>
            <a:cxnSpLocks/>
          </p:cNvCxnSpPr>
          <p:nvPr/>
        </p:nvCxnSpPr>
        <p:spPr>
          <a:xfrm>
            <a:off x="6238535" y="6605872"/>
            <a:ext cx="0" cy="7368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73B2FEBE-1C43-03A2-CC99-03B24845BD9F}"/>
              </a:ext>
            </a:extLst>
          </p:cNvPr>
          <p:cNvCxnSpPr>
            <a:cxnSpLocks/>
          </p:cNvCxnSpPr>
          <p:nvPr/>
        </p:nvCxnSpPr>
        <p:spPr>
          <a:xfrm>
            <a:off x="6237192" y="6615962"/>
            <a:ext cx="5433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8924F4ED-DDB2-CB36-6828-2B5A66F6B4FB}"/>
              </a:ext>
            </a:extLst>
          </p:cNvPr>
          <p:cNvCxnSpPr>
            <a:cxnSpLocks/>
          </p:cNvCxnSpPr>
          <p:nvPr/>
        </p:nvCxnSpPr>
        <p:spPr>
          <a:xfrm>
            <a:off x="6296904" y="6604653"/>
            <a:ext cx="0" cy="7368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48CD3717-0BDB-9912-898F-ACDED89C31EB}"/>
              </a:ext>
            </a:extLst>
          </p:cNvPr>
          <p:cNvCxnSpPr>
            <a:cxnSpLocks/>
          </p:cNvCxnSpPr>
          <p:nvPr/>
        </p:nvCxnSpPr>
        <p:spPr>
          <a:xfrm>
            <a:off x="6282662" y="7333066"/>
            <a:ext cx="2191032" cy="1229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DE1C9498-BC8A-C3BF-01B7-58FE10D189B6}"/>
              </a:ext>
            </a:extLst>
          </p:cNvPr>
          <p:cNvCxnSpPr>
            <a:cxnSpLocks/>
          </p:cNvCxnSpPr>
          <p:nvPr/>
        </p:nvCxnSpPr>
        <p:spPr>
          <a:xfrm>
            <a:off x="8478360" y="6611036"/>
            <a:ext cx="0" cy="7368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8AF91A31-F751-A0B4-3F24-C52DC4E91CF1}"/>
              </a:ext>
            </a:extLst>
          </p:cNvPr>
          <p:cNvCxnSpPr>
            <a:cxnSpLocks/>
          </p:cNvCxnSpPr>
          <p:nvPr/>
        </p:nvCxnSpPr>
        <p:spPr>
          <a:xfrm>
            <a:off x="8471637" y="6621127"/>
            <a:ext cx="5433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A0D0B1A1-9AD6-DE69-CF92-3462090D8420}"/>
              </a:ext>
            </a:extLst>
          </p:cNvPr>
          <p:cNvCxnSpPr>
            <a:cxnSpLocks/>
          </p:cNvCxnSpPr>
          <p:nvPr/>
        </p:nvCxnSpPr>
        <p:spPr>
          <a:xfrm>
            <a:off x="8536729" y="6609817"/>
            <a:ext cx="0" cy="7368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BFEC7594-5BFE-970F-85C5-8FF8B1E424AF}"/>
              </a:ext>
            </a:extLst>
          </p:cNvPr>
          <p:cNvCxnSpPr>
            <a:cxnSpLocks/>
          </p:cNvCxnSpPr>
          <p:nvPr/>
        </p:nvCxnSpPr>
        <p:spPr>
          <a:xfrm>
            <a:off x="8514982" y="7340390"/>
            <a:ext cx="1106869" cy="49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30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B5898FF-766D-7B34-B048-93E907F3FB63}"/>
              </a:ext>
            </a:extLst>
          </p:cNvPr>
          <p:cNvSpPr/>
          <p:nvPr/>
        </p:nvSpPr>
        <p:spPr>
          <a:xfrm>
            <a:off x="-1" y="0"/>
            <a:ext cx="12912725" cy="79375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E01B77D-1170-219A-FC5D-DC8AE2EDD43A}"/>
              </a:ext>
            </a:extLst>
          </p:cNvPr>
          <p:cNvCxnSpPr>
            <a:cxnSpLocks/>
          </p:cNvCxnSpPr>
          <p:nvPr/>
        </p:nvCxnSpPr>
        <p:spPr>
          <a:xfrm flipH="1" flipV="1">
            <a:off x="2978349" y="337046"/>
            <a:ext cx="6839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A0FD07C-B9E6-EECB-BFC4-B1B512FE0319}"/>
              </a:ext>
            </a:extLst>
          </p:cNvPr>
          <p:cNvCxnSpPr>
            <a:cxnSpLocks/>
          </p:cNvCxnSpPr>
          <p:nvPr/>
        </p:nvCxnSpPr>
        <p:spPr>
          <a:xfrm flipV="1">
            <a:off x="4099200" y="3370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A96F3D9-0C13-CC14-3EE9-6971924C68B7}"/>
              </a:ext>
            </a:extLst>
          </p:cNvPr>
          <p:cNvCxnSpPr>
            <a:cxnSpLocks/>
          </p:cNvCxnSpPr>
          <p:nvPr/>
        </p:nvCxnSpPr>
        <p:spPr>
          <a:xfrm flipV="1">
            <a:off x="5233706" y="337046"/>
            <a:ext cx="22733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EA056A-D616-8A60-39EC-F0C7246082CF}"/>
              </a:ext>
            </a:extLst>
          </p:cNvPr>
          <p:cNvCxnSpPr>
            <a:cxnSpLocks/>
          </p:cNvCxnSpPr>
          <p:nvPr/>
        </p:nvCxnSpPr>
        <p:spPr>
          <a:xfrm>
            <a:off x="2527139" y="1253085"/>
            <a:ext cx="8273401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292A392-7743-EDAF-4972-8C298B505B97}"/>
              </a:ext>
            </a:extLst>
          </p:cNvPr>
          <p:cNvSpPr/>
          <p:nvPr/>
        </p:nvSpPr>
        <p:spPr>
          <a:xfrm>
            <a:off x="1146460" y="3791165"/>
            <a:ext cx="849607" cy="358632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消隐源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8EB9F9-A796-BFDC-A316-FA353DD704DD}"/>
              </a:ext>
            </a:extLst>
          </p:cNvPr>
          <p:cNvSpPr/>
          <p:nvPr/>
        </p:nvSpPr>
        <p:spPr>
          <a:xfrm>
            <a:off x="10856085" y="792829"/>
            <a:ext cx="1946061" cy="880314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内部参考电压</a:t>
            </a:r>
            <a:endParaRPr lang="en-US" altLang="zh-CN" sz="1695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95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 sz="1695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  <a:r>
              <a:rPr lang="zh-CN" altLang="en-US" sz="1695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反相输入）</a:t>
            </a:r>
          </a:p>
          <a:p>
            <a:pPr algn="ctr"/>
            <a:endParaRPr lang="zh-CN" altLang="en-US" sz="1695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7C24EE9-A946-0AF5-451F-445B48C06024}"/>
              </a:ext>
            </a:extLst>
          </p:cNvPr>
          <p:cNvCxnSpPr>
            <a:cxnSpLocks/>
          </p:cNvCxnSpPr>
          <p:nvPr/>
        </p:nvCxnSpPr>
        <p:spPr>
          <a:xfrm>
            <a:off x="2516379" y="3007488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FEB7529-0F42-6761-D857-53AACBD75698}"/>
              </a:ext>
            </a:extLst>
          </p:cNvPr>
          <p:cNvSpPr/>
          <p:nvPr/>
        </p:nvSpPr>
        <p:spPr>
          <a:xfrm>
            <a:off x="853710" y="2270619"/>
            <a:ext cx="1503632" cy="619473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en-US" altLang="zh-CN" sz="1695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</a:p>
          <a:p>
            <a:pPr algn="ctr"/>
            <a:r>
              <a:rPr lang="zh-CN" altLang="en-US" sz="1695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原始输出信号</a:t>
            </a: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13E4E25-421E-F5FF-B65D-3A87C501982E}"/>
              </a:ext>
            </a:extLst>
          </p:cNvPr>
          <p:cNvCxnSpPr>
            <a:cxnSpLocks/>
          </p:cNvCxnSpPr>
          <p:nvPr/>
        </p:nvCxnSpPr>
        <p:spPr>
          <a:xfrm flipV="1">
            <a:off x="6365972" y="337046"/>
            <a:ext cx="212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5B069DBD-D448-EE72-6B32-D557737836CC}"/>
              </a:ext>
            </a:extLst>
          </p:cNvPr>
          <p:cNvCxnSpPr>
            <a:cxnSpLocks/>
          </p:cNvCxnSpPr>
          <p:nvPr/>
        </p:nvCxnSpPr>
        <p:spPr>
          <a:xfrm flipV="1">
            <a:off x="7481627" y="3370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7A6CE4C5-FCD4-0BAE-3A18-773C502129E9}"/>
              </a:ext>
            </a:extLst>
          </p:cNvPr>
          <p:cNvCxnSpPr>
            <a:cxnSpLocks/>
          </p:cNvCxnSpPr>
          <p:nvPr/>
        </p:nvCxnSpPr>
        <p:spPr>
          <a:xfrm flipV="1">
            <a:off x="8600751" y="3370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B817942C-AC12-486B-0BAB-E3222D142DC6}"/>
              </a:ext>
            </a:extLst>
          </p:cNvPr>
          <p:cNvCxnSpPr>
            <a:cxnSpLocks/>
          </p:cNvCxnSpPr>
          <p:nvPr/>
        </p:nvCxnSpPr>
        <p:spPr>
          <a:xfrm flipV="1">
            <a:off x="9748357" y="337046"/>
            <a:ext cx="0" cy="7263408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A27DE1EA-3918-4D22-3FE9-7271B29437A7}"/>
              </a:ext>
            </a:extLst>
          </p:cNvPr>
          <p:cNvCxnSpPr>
            <a:cxnSpLocks/>
          </p:cNvCxnSpPr>
          <p:nvPr/>
        </p:nvCxnSpPr>
        <p:spPr>
          <a:xfrm>
            <a:off x="2516379" y="1563885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D163B876-FE0F-F7E1-23DB-CFE39E933B68}"/>
              </a:ext>
            </a:extLst>
          </p:cNvPr>
          <p:cNvCxnSpPr>
            <a:cxnSpLocks/>
          </p:cNvCxnSpPr>
          <p:nvPr/>
        </p:nvCxnSpPr>
        <p:spPr>
          <a:xfrm>
            <a:off x="2521527" y="1562878"/>
            <a:ext cx="46226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4DD88B5-E20F-2851-FAD5-56B2B1C42DF0}"/>
              </a:ext>
            </a:extLst>
          </p:cNvPr>
          <p:cNvCxnSpPr>
            <a:cxnSpLocks/>
          </p:cNvCxnSpPr>
          <p:nvPr/>
        </p:nvCxnSpPr>
        <p:spPr>
          <a:xfrm>
            <a:off x="2978348" y="827016"/>
            <a:ext cx="0" cy="73686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B0ADFC82-95DF-32C1-E1D2-8F195BFF1F6B}"/>
              </a:ext>
            </a:extLst>
          </p:cNvPr>
          <p:cNvCxnSpPr>
            <a:cxnSpLocks/>
          </p:cNvCxnSpPr>
          <p:nvPr/>
        </p:nvCxnSpPr>
        <p:spPr>
          <a:xfrm>
            <a:off x="2978348" y="827015"/>
            <a:ext cx="111636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DD71C3A7-DE90-3732-0DDF-A95B6DF4B68A}"/>
              </a:ext>
            </a:extLst>
          </p:cNvPr>
          <p:cNvCxnSpPr>
            <a:cxnSpLocks/>
          </p:cNvCxnSpPr>
          <p:nvPr/>
        </p:nvCxnSpPr>
        <p:spPr>
          <a:xfrm>
            <a:off x="4099200" y="1566737"/>
            <a:ext cx="1138990" cy="1330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BFFFCF34-76BF-2562-4ABC-EC4E6575BF25}"/>
              </a:ext>
            </a:extLst>
          </p:cNvPr>
          <p:cNvSpPr/>
          <p:nvPr/>
        </p:nvSpPr>
        <p:spPr>
          <a:xfrm>
            <a:off x="696960" y="792828"/>
            <a:ext cx="1728052" cy="619473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en-US" altLang="zh-CN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PA3-PB0</a:t>
            </a:r>
          </a:p>
          <a:p>
            <a:pPr algn="ctr"/>
            <a:r>
              <a:rPr lang="zh-CN" altLang="en-US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  <a:r>
              <a:rPr lang="zh-CN" altLang="en-US" sz="1695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同相输入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DB500E49-AF2D-9D21-D184-2A447BF024A1}"/>
              </a:ext>
            </a:extLst>
          </p:cNvPr>
          <p:cNvCxnSpPr>
            <a:cxnSpLocks/>
          </p:cNvCxnSpPr>
          <p:nvPr/>
        </p:nvCxnSpPr>
        <p:spPr>
          <a:xfrm>
            <a:off x="4099040" y="843173"/>
            <a:ext cx="0" cy="73686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B51B1D6B-E93E-9AE9-76B8-C88AFBCE1EF8}"/>
              </a:ext>
            </a:extLst>
          </p:cNvPr>
          <p:cNvCxnSpPr>
            <a:cxnSpLocks/>
          </p:cNvCxnSpPr>
          <p:nvPr/>
        </p:nvCxnSpPr>
        <p:spPr>
          <a:xfrm>
            <a:off x="5258619" y="836907"/>
            <a:ext cx="0" cy="73686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D9DD1A3D-8A7E-05F7-DFA8-5E6DAE33DAE3}"/>
              </a:ext>
            </a:extLst>
          </p:cNvPr>
          <p:cNvCxnSpPr>
            <a:cxnSpLocks/>
          </p:cNvCxnSpPr>
          <p:nvPr/>
        </p:nvCxnSpPr>
        <p:spPr>
          <a:xfrm>
            <a:off x="5245329" y="836906"/>
            <a:ext cx="111636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4775AAF4-FEC6-EF99-55DA-7928263EAA97}"/>
              </a:ext>
            </a:extLst>
          </p:cNvPr>
          <p:cNvCxnSpPr>
            <a:cxnSpLocks/>
          </p:cNvCxnSpPr>
          <p:nvPr/>
        </p:nvCxnSpPr>
        <p:spPr>
          <a:xfrm>
            <a:off x="6361698" y="1576628"/>
            <a:ext cx="1138990" cy="1330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FA8720A5-BDD6-5F18-55C6-1A9B605E5A42}"/>
              </a:ext>
            </a:extLst>
          </p:cNvPr>
          <p:cNvCxnSpPr>
            <a:cxnSpLocks/>
          </p:cNvCxnSpPr>
          <p:nvPr/>
        </p:nvCxnSpPr>
        <p:spPr>
          <a:xfrm>
            <a:off x="6366181" y="844417"/>
            <a:ext cx="0" cy="73686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FCDF6FE2-48DF-2E9C-9364-2A5C2B64BE3F}"/>
              </a:ext>
            </a:extLst>
          </p:cNvPr>
          <p:cNvCxnSpPr>
            <a:cxnSpLocks/>
          </p:cNvCxnSpPr>
          <p:nvPr/>
        </p:nvCxnSpPr>
        <p:spPr>
          <a:xfrm>
            <a:off x="7480060" y="841565"/>
            <a:ext cx="0" cy="73686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036B982C-4446-954C-451D-A2308C982B77}"/>
              </a:ext>
            </a:extLst>
          </p:cNvPr>
          <p:cNvCxnSpPr>
            <a:cxnSpLocks/>
          </p:cNvCxnSpPr>
          <p:nvPr/>
        </p:nvCxnSpPr>
        <p:spPr>
          <a:xfrm>
            <a:off x="7484383" y="841564"/>
            <a:ext cx="111636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2142007D-20A7-FF31-8922-3FE59C916772}"/>
              </a:ext>
            </a:extLst>
          </p:cNvPr>
          <p:cNvCxnSpPr>
            <a:cxnSpLocks/>
          </p:cNvCxnSpPr>
          <p:nvPr/>
        </p:nvCxnSpPr>
        <p:spPr>
          <a:xfrm>
            <a:off x="8600752" y="1585609"/>
            <a:ext cx="1138990" cy="1330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54C96BCF-2030-3FCD-680B-102267AA8E6B}"/>
              </a:ext>
            </a:extLst>
          </p:cNvPr>
          <p:cNvCxnSpPr>
            <a:cxnSpLocks/>
          </p:cNvCxnSpPr>
          <p:nvPr/>
        </p:nvCxnSpPr>
        <p:spPr>
          <a:xfrm>
            <a:off x="8600751" y="849075"/>
            <a:ext cx="0" cy="73686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6427421A-FABD-FF19-53CB-444ED4F60755}"/>
              </a:ext>
            </a:extLst>
          </p:cNvPr>
          <p:cNvCxnSpPr>
            <a:cxnSpLocks/>
          </p:cNvCxnSpPr>
          <p:nvPr/>
        </p:nvCxnSpPr>
        <p:spPr>
          <a:xfrm>
            <a:off x="2516379" y="4336737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084D035D-0A30-0587-C295-6644F53E29BB}"/>
              </a:ext>
            </a:extLst>
          </p:cNvPr>
          <p:cNvCxnSpPr>
            <a:cxnSpLocks/>
          </p:cNvCxnSpPr>
          <p:nvPr/>
        </p:nvCxnSpPr>
        <p:spPr>
          <a:xfrm flipV="1">
            <a:off x="2519285" y="4336738"/>
            <a:ext cx="464508" cy="235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0C67F99F-C24E-555F-67D8-DAD87EFABCBD}"/>
              </a:ext>
            </a:extLst>
          </p:cNvPr>
          <p:cNvCxnSpPr>
            <a:cxnSpLocks/>
          </p:cNvCxnSpPr>
          <p:nvPr/>
        </p:nvCxnSpPr>
        <p:spPr>
          <a:xfrm>
            <a:off x="2983674" y="3601088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B63A31E4-AF6F-49F5-7625-07E0BBCD7F92}"/>
              </a:ext>
            </a:extLst>
          </p:cNvPr>
          <p:cNvCxnSpPr>
            <a:cxnSpLocks/>
          </p:cNvCxnSpPr>
          <p:nvPr/>
        </p:nvCxnSpPr>
        <p:spPr>
          <a:xfrm>
            <a:off x="3153237" y="3599869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5E61F2DE-62CC-150A-DA2A-BB3F3AC9D760}"/>
              </a:ext>
            </a:extLst>
          </p:cNvPr>
          <p:cNvCxnSpPr>
            <a:cxnSpLocks/>
          </p:cNvCxnSpPr>
          <p:nvPr/>
        </p:nvCxnSpPr>
        <p:spPr>
          <a:xfrm>
            <a:off x="3164366" y="4336737"/>
            <a:ext cx="2080707" cy="10091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ABC2AD7-DDE7-40A1-652F-3CF9DF6793CC}"/>
              </a:ext>
            </a:extLst>
          </p:cNvPr>
          <p:cNvCxnSpPr>
            <a:cxnSpLocks/>
          </p:cNvCxnSpPr>
          <p:nvPr/>
        </p:nvCxnSpPr>
        <p:spPr>
          <a:xfrm>
            <a:off x="5242288" y="3611922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97F3F2D6-0D8F-DC5A-C9D2-591442A6A854}"/>
              </a:ext>
            </a:extLst>
          </p:cNvPr>
          <p:cNvCxnSpPr>
            <a:cxnSpLocks/>
          </p:cNvCxnSpPr>
          <p:nvPr/>
        </p:nvCxnSpPr>
        <p:spPr>
          <a:xfrm>
            <a:off x="5388534" y="3610703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603980BA-1C01-7D57-6E56-42A7A57F7E72}"/>
              </a:ext>
            </a:extLst>
          </p:cNvPr>
          <p:cNvCxnSpPr>
            <a:cxnSpLocks/>
          </p:cNvCxnSpPr>
          <p:nvPr/>
        </p:nvCxnSpPr>
        <p:spPr>
          <a:xfrm>
            <a:off x="5384574" y="4347572"/>
            <a:ext cx="2116113" cy="19058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D67BA014-F7DD-2F98-4F4A-B82CF95F9118}"/>
              </a:ext>
            </a:extLst>
          </p:cNvPr>
          <p:cNvCxnSpPr>
            <a:cxnSpLocks/>
          </p:cNvCxnSpPr>
          <p:nvPr/>
        </p:nvCxnSpPr>
        <p:spPr>
          <a:xfrm>
            <a:off x="7485262" y="3620889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699FE171-D72E-89C1-EA6F-1AF473D2528F}"/>
              </a:ext>
            </a:extLst>
          </p:cNvPr>
          <p:cNvCxnSpPr>
            <a:cxnSpLocks/>
          </p:cNvCxnSpPr>
          <p:nvPr/>
        </p:nvCxnSpPr>
        <p:spPr>
          <a:xfrm>
            <a:off x="7627024" y="3619670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2E912487-A533-738D-CCC3-AFD85DA975DC}"/>
              </a:ext>
            </a:extLst>
          </p:cNvPr>
          <p:cNvCxnSpPr>
            <a:cxnSpLocks/>
          </p:cNvCxnSpPr>
          <p:nvPr/>
        </p:nvCxnSpPr>
        <p:spPr>
          <a:xfrm>
            <a:off x="7627548" y="4356539"/>
            <a:ext cx="2119114" cy="10091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0" name="矩形 209">
            <a:extLst>
              <a:ext uri="{FF2B5EF4-FFF2-40B4-BE49-F238E27FC236}">
                <a16:creationId xmlns:a16="http://schemas.microsoft.com/office/drawing/2014/main" id="{76C01031-8571-9EC3-823F-1F5487F0AA11}"/>
              </a:ext>
            </a:extLst>
          </p:cNvPr>
          <p:cNvSpPr/>
          <p:nvPr/>
        </p:nvSpPr>
        <p:spPr>
          <a:xfrm>
            <a:off x="928453" y="5198930"/>
            <a:ext cx="1285623" cy="358632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zh-CN" altLang="en-US" sz="1695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消隐源取反</a:t>
            </a:r>
          </a:p>
        </p:txBody>
      </p: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AB4F0CF2-07E9-FD7A-A40E-8DF46608AA65}"/>
              </a:ext>
            </a:extLst>
          </p:cNvPr>
          <p:cNvCxnSpPr>
            <a:cxnSpLocks/>
          </p:cNvCxnSpPr>
          <p:nvPr/>
        </p:nvCxnSpPr>
        <p:spPr>
          <a:xfrm>
            <a:off x="2516379" y="5757952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F591602B-8A64-F15D-48F8-FB5A5B4D29AC}"/>
              </a:ext>
            </a:extLst>
          </p:cNvPr>
          <p:cNvCxnSpPr>
            <a:cxnSpLocks/>
          </p:cNvCxnSpPr>
          <p:nvPr/>
        </p:nvCxnSpPr>
        <p:spPr>
          <a:xfrm flipV="1">
            <a:off x="2519285" y="5034975"/>
            <a:ext cx="464508" cy="235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6E41244E-EF27-5D0B-5697-AF8767D85B9F}"/>
              </a:ext>
            </a:extLst>
          </p:cNvPr>
          <p:cNvCxnSpPr>
            <a:cxnSpLocks/>
          </p:cNvCxnSpPr>
          <p:nvPr/>
        </p:nvCxnSpPr>
        <p:spPr>
          <a:xfrm>
            <a:off x="2983674" y="5022303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2D38D867-C322-6D33-2F1A-E5E5F39B5606}"/>
              </a:ext>
            </a:extLst>
          </p:cNvPr>
          <p:cNvCxnSpPr>
            <a:cxnSpLocks/>
          </p:cNvCxnSpPr>
          <p:nvPr/>
        </p:nvCxnSpPr>
        <p:spPr>
          <a:xfrm>
            <a:off x="2976951" y="5759855"/>
            <a:ext cx="85717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342EA869-ED5B-1932-DA73-0DA5F752D2C8}"/>
              </a:ext>
            </a:extLst>
          </p:cNvPr>
          <p:cNvCxnSpPr>
            <a:cxnSpLocks/>
          </p:cNvCxnSpPr>
          <p:nvPr/>
        </p:nvCxnSpPr>
        <p:spPr>
          <a:xfrm>
            <a:off x="3137992" y="5021084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78922418-F99A-2B6A-79D5-8F5279ABC813}"/>
              </a:ext>
            </a:extLst>
          </p:cNvPr>
          <p:cNvCxnSpPr>
            <a:cxnSpLocks/>
          </p:cNvCxnSpPr>
          <p:nvPr/>
        </p:nvCxnSpPr>
        <p:spPr>
          <a:xfrm>
            <a:off x="3143373" y="5032238"/>
            <a:ext cx="2098916" cy="1052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4BA33B9B-E8D8-E602-20C8-BA59BAD0589C}"/>
              </a:ext>
            </a:extLst>
          </p:cNvPr>
          <p:cNvCxnSpPr>
            <a:cxnSpLocks/>
          </p:cNvCxnSpPr>
          <p:nvPr/>
        </p:nvCxnSpPr>
        <p:spPr>
          <a:xfrm>
            <a:off x="5239046" y="5033457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8864659A-9612-349D-5519-3D553A6BFA73}"/>
              </a:ext>
            </a:extLst>
          </p:cNvPr>
          <p:cNvCxnSpPr>
            <a:cxnSpLocks/>
          </p:cNvCxnSpPr>
          <p:nvPr/>
        </p:nvCxnSpPr>
        <p:spPr>
          <a:xfrm flipV="1">
            <a:off x="5232324" y="5769107"/>
            <a:ext cx="97683" cy="190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3A74C260-88D4-D4B6-50E4-998DC60B88A3}"/>
              </a:ext>
            </a:extLst>
          </p:cNvPr>
          <p:cNvCxnSpPr>
            <a:cxnSpLocks/>
          </p:cNvCxnSpPr>
          <p:nvPr/>
        </p:nvCxnSpPr>
        <p:spPr>
          <a:xfrm>
            <a:off x="5395156" y="5032238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7EBF8874-2CC2-AFE3-D416-273DB8EBFAD3}"/>
              </a:ext>
            </a:extLst>
          </p:cNvPr>
          <p:cNvCxnSpPr>
            <a:cxnSpLocks/>
          </p:cNvCxnSpPr>
          <p:nvPr/>
        </p:nvCxnSpPr>
        <p:spPr>
          <a:xfrm>
            <a:off x="5395156" y="5042766"/>
            <a:ext cx="2094777" cy="8318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F0911264-FA0D-D7C2-D8FB-7C339D4833E2}"/>
              </a:ext>
            </a:extLst>
          </p:cNvPr>
          <p:cNvCxnSpPr>
            <a:cxnSpLocks/>
          </p:cNvCxnSpPr>
          <p:nvPr/>
        </p:nvCxnSpPr>
        <p:spPr>
          <a:xfrm>
            <a:off x="7483489" y="5045138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5D0EE376-1664-E7C3-3A01-49365FE3B0B3}"/>
              </a:ext>
            </a:extLst>
          </p:cNvPr>
          <p:cNvCxnSpPr>
            <a:cxnSpLocks/>
          </p:cNvCxnSpPr>
          <p:nvPr/>
        </p:nvCxnSpPr>
        <p:spPr>
          <a:xfrm>
            <a:off x="7473403" y="5782690"/>
            <a:ext cx="112325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FA2A022A-7C5A-762A-27EB-BC9974012164}"/>
              </a:ext>
            </a:extLst>
          </p:cNvPr>
          <p:cNvCxnSpPr>
            <a:cxnSpLocks/>
          </p:cNvCxnSpPr>
          <p:nvPr/>
        </p:nvCxnSpPr>
        <p:spPr>
          <a:xfrm>
            <a:off x="7636237" y="5043919"/>
            <a:ext cx="0" cy="73686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784426D1-0B23-6406-2BC7-F7AB14B43144}"/>
              </a:ext>
            </a:extLst>
          </p:cNvPr>
          <p:cNvCxnSpPr>
            <a:cxnSpLocks/>
          </p:cNvCxnSpPr>
          <p:nvPr/>
        </p:nvCxnSpPr>
        <p:spPr>
          <a:xfrm>
            <a:off x="7625263" y="5051085"/>
            <a:ext cx="214947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0DEFD58E-D7A8-3DC4-C396-8F5A1F0B4D1B}"/>
              </a:ext>
            </a:extLst>
          </p:cNvPr>
          <p:cNvCxnSpPr>
            <a:cxnSpLocks/>
          </p:cNvCxnSpPr>
          <p:nvPr/>
        </p:nvCxnSpPr>
        <p:spPr>
          <a:xfrm>
            <a:off x="2512742" y="7162836"/>
            <a:ext cx="8999741" cy="43341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8" name="矩形 267">
            <a:extLst>
              <a:ext uri="{FF2B5EF4-FFF2-40B4-BE49-F238E27FC236}">
                <a16:creationId xmlns:a16="http://schemas.microsoft.com/office/drawing/2014/main" id="{9923BFDD-FCBB-B32E-10E0-22387BEC1E68}"/>
              </a:ext>
            </a:extLst>
          </p:cNvPr>
          <p:cNvSpPr/>
          <p:nvPr/>
        </p:nvSpPr>
        <p:spPr>
          <a:xfrm>
            <a:off x="865403" y="6657239"/>
            <a:ext cx="1503632" cy="619473"/>
          </a:xfrm>
          <a:prstGeom prst="rect">
            <a:avLst/>
          </a:prstGeom>
          <a:noFill/>
        </p:spPr>
        <p:txBody>
          <a:bodyPr wrap="none" lIns="96845" tIns="48423" rIns="96845" bIns="48423">
            <a:spAutoFit/>
          </a:bodyPr>
          <a:lstStyle/>
          <a:p>
            <a:pPr algn="ctr"/>
            <a:r>
              <a:rPr lang="en-US" altLang="zh-CN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CMP</a:t>
            </a:r>
          </a:p>
          <a:p>
            <a:pPr algn="ctr"/>
            <a:r>
              <a:rPr lang="zh-CN" altLang="en-US" sz="1695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最终输出信号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4179409-D1C7-349C-5C56-C17023E42F2F}"/>
              </a:ext>
            </a:extLst>
          </p:cNvPr>
          <p:cNvCxnSpPr>
            <a:cxnSpLocks/>
          </p:cNvCxnSpPr>
          <p:nvPr/>
        </p:nvCxnSpPr>
        <p:spPr>
          <a:xfrm>
            <a:off x="2522015" y="3006147"/>
            <a:ext cx="462265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A8E0E21-D74D-C8A4-A519-DC4B96CCB3B3}"/>
              </a:ext>
            </a:extLst>
          </p:cNvPr>
          <p:cNvCxnSpPr>
            <a:cxnSpLocks/>
          </p:cNvCxnSpPr>
          <p:nvPr/>
        </p:nvCxnSpPr>
        <p:spPr>
          <a:xfrm>
            <a:off x="2978837" y="2270285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8BC7D9A-AD99-8CDA-4F31-6760A6E7BDB7}"/>
              </a:ext>
            </a:extLst>
          </p:cNvPr>
          <p:cNvCxnSpPr>
            <a:cxnSpLocks/>
          </p:cNvCxnSpPr>
          <p:nvPr/>
        </p:nvCxnSpPr>
        <p:spPr>
          <a:xfrm>
            <a:off x="2978837" y="2270284"/>
            <a:ext cx="1116368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FD72644-F83D-F7DA-6887-CF5A5F16059D}"/>
              </a:ext>
            </a:extLst>
          </p:cNvPr>
          <p:cNvCxnSpPr>
            <a:cxnSpLocks/>
          </p:cNvCxnSpPr>
          <p:nvPr/>
        </p:nvCxnSpPr>
        <p:spPr>
          <a:xfrm>
            <a:off x="4099688" y="3010006"/>
            <a:ext cx="1138990" cy="1330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A68A0E4-6D5A-AE7D-31E6-6D5E52C84B2C}"/>
              </a:ext>
            </a:extLst>
          </p:cNvPr>
          <p:cNvCxnSpPr>
            <a:cxnSpLocks/>
          </p:cNvCxnSpPr>
          <p:nvPr/>
        </p:nvCxnSpPr>
        <p:spPr>
          <a:xfrm>
            <a:off x="4099528" y="2286442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0C61BD0-7D83-2F10-AC86-8CB4FF63D21E}"/>
              </a:ext>
            </a:extLst>
          </p:cNvPr>
          <p:cNvCxnSpPr>
            <a:cxnSpLocks/>
          </p:cNvCxnSpPr>
          <p:nvPr/>
        </p:nvCxnSpPr>
        <p:spPr>
          <a:xfrm>
            <a:off x="5248346" y="2280176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3A06FFD-2536-E3F4-E526-4854B70BD996}"/>
              </a:ext>
            </a:extLst>
          </p:cNvPr>
          <p:cNvCxnSpPr>
            <a:cxnSpLocks/>
          </p:cNvCxnSpPr>
          <p:nvPr/>
        </p:nvCxnSpPr>
        <p:spPr>
          <a:xfrm>
            <a:off x="5245817" y="2280175"/>
            <a:ext cx="1116368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44E39F-4B1C-BD96-8D91-7FE5811DB239}"/>
              </a:ext>
            </a:extLst>
          </p:cNvPr>
          <p:cNvCxnSpPr>
            <a:cxnSpLocks/>
          </p:cNvCxnSpPr>
          <p:nvPr/>
        </p:nvCxnSpPr>
        <p:spPr>
          <a:xfrm>
            <a:off x="6362186" y="3019897"/>
            <a:ext cx="1138990" cy="1330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E5E6734-9569-F573-3DFF-93160DFB2C78}"/>
              </a:ext>
            </a:extLst>
          </p:cNvPr>
          <p:cNvCxnSpPr>
            <a:cxnSpLocks/>
          </p:cNvCxnSpPr>
          <p:nvPr/>
        </p:nvCxnSpPr>
        <p:spPr>
          <a:xfrm>
            <a:off x="6366669" y="2287686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4AF20CE-33A9-FCBF-D499-2377E2E1DC90}"/>
              </a:ext>
            </a:extLst>
          </p:cNvPr>
          <p:cNvCxnSpPr>
            <a:cxnSpLocks/>
          </p:cNvCxnSpPr>
          <p:nvPr/>
        </p:nvCxnSpPr>
        <p:spPr>
          <a:xfrm>
            <a:off x="7480548" y="2284834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9EECF9B-5BC8-EA2D-3F9C-19C63D0F9BB7}"/>
              </a:ext>
            </a:extLst>
          </p:cNvPr>
          <p:cNvCxnSpPr>
            <a:cxnSpLocks/>
          </p:cNvCxnSpPr>
          <p:nvPr/>
        </p:nvCxnSpPr>
        <p:spPr>
          <a:xfrm>
            <a:off x="7484871" y="2284833"/>
            <a:ext cx="1116368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25E33DB-5556-63B2-7CDE-097EE6637F44}"/>
              </a:ext>
            </a:extLst>
          </p:cNvPr>
          <p:cNvCxnSpPr>
            <a:cxnSpLocks/>
          </p:cNvCxnSpPr>
          <p:nvPr/>
        </p:nvCxnSpPr>
        <p:spPr>
          <a:xfrm>
            <a:off x="8601240" y="3028878"/>
            <a:ext cx="1138990" cy="1330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2FE4FC6-F8A9-1366-D7C6-48470E981594}"/>
              </a:ext>
            </a:extLst>
          </p:cNvPr>
          <p:cNvCxnSpPr>
            <a:cxnSpLocks/>
          </p:cNvCxnSpPr>
          <p:nvPr/>
        </p:nvCxnSpPr>
        <p:spPr>
          <a:xfrm>
            <a:off x="8601240" y="2292344"/>
            <a:ext cx="0" cy="736869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3DC4E0F-D564-C6B9-1A5E-91796D161A06}"/>
              </a:ext>
            </a:extLst>
          </p:cNvPr>
          <p:cNvCxnSpPr>
            <a:cxnSpLocks/>
          </p:cNvCxnSpPr>
          <p:nvPr/>
        </p:nvCxnSpPr>
        <p:spPr>
          <a:xfrm flipV="1">
            <a:off x="2982331" y="3599868"/>
            <a:ext cx="187047" cy="55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E8D6F80-469E-7B4C-AB68-5F101FE079F2}"/>
              </a:ext>
            </a:extLst>
          </p:cNvPr>
          <p:cNvCxnSpPr>
            <a:cxnSpLocks/>
          </p:cNvCxnSpPr>
          <p:nvPr/>
        </p:nvCxnSpPr>
        <p:spPr>
          <a:xfrm flipV="1">
            <a:off x="5235566" y="3610703"/>
            <a:ext cx="152969" cy="55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6B18E3B-A013-9EDB-3C5F-0722AAEA0BD8}"/>
              </a:ext>
            </a:extLst>
          </p:cNvPr>
          <p:cNvCxnSpPr>
            <a:cxnSpLocks/>
          </p:cNvCxnSpPr>
          <p:nvPr/>
        </p:nvCxnSpPr>
        <p:spPr>
          <a:xfrm flipV="1">
            <a:off x="7478539" y="3619669"/>
            <a:ext cx="148485" cy="55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D773166-3F4E-04D0-60AF-51E6D8E9066A}"/>
              </a:ext>
            </a:extLst>
          </p:cNvPr>
          <p:cNvCxnSpPr>
            <a:cxnSpLocks/>
          </p:cNvCxnSpPr>
          <p:nvPr/>
        </p:nvCxnSpPr>
        <p:spPr>
          <a:xfrm>
            <a:off x="2526907" y="7161813"/>
            <a:ext cx="618231" cy="100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6ED07D8-CA7D-47D1-6609-2581B38CA875}"/>
              </a:ext>
            </a:extLst>
          </p:cNvPr>
          <p:cNvCxnSpPr>
            <a:cxnSpLocks/>
          </p:cNvCxnSpPr>
          <p:nvPr/>
        </p:nvCxnSpPr>
        <p:spPr>
          <a:xfrm>
            <a:off x="3145138" y="6425951"/>
            <a:ext cx="0" cy="73686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21D8D1B-1B4C-D86F-90E4-1E0C133AD6E2}"/>
              </a:ext>
            </a:extLst>
          </p:cNvPr>
          <p:cNvCxnSpPr>
            <a:cxnSpLocks/>
          </p:cNvCxnSpPr>
          <p:nvPr/>
        </p:nvCxnSpPr>
        <p:spPr>
          <a:xfrm>
            <a:off x="3137992" y="6435842"/>
            <a:ext cx="956725" cy="751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44B5058-BE40-9E3A-E0CD-FB66EACBD601}"/>
              </a:ext>
            </a:extLst>
          </p:cNvPr>
          <p:cNvCxnSpPr>
            <a:cxnSpLocks/>
          </p:cNvCxnSpPr>
          <p:nvPr/>
        </p:nvCxnSpPr>
        <p:spPr>
          <a:xfrm>
            <a:off x="4104581" y="7165672"/>
            <a:ext cx="1138990" cy="133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929A262-354B-E97B-31B6-FC0E375BF245}"/>
              </a:ext>
            </a:extLst>
          </p:cNvPr>
          <p:cNvCxnSpPr>
            <a:cxnSpLocks/>
          </p:cNvCxnSpPr>
          <p:nvPr/>
        </p:nvCxnSpPr>
        <p:spPr>
          <a:xfrm>
            <a:off x="4099040" y="6442108"/>
            <a:ext cx="0" cy="73686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0EAE6D9-2869-A0E0-89B4-1DED27CC099F}"/>
              </a:ext>
            </a:extLst>
          </p:cNvPr>
          <p:cNvCxnSpPr>
            <a:cxnSpLocks/>
          </p:cNvCxnSpPr>
          <p:nvPr/>
        </p:nvCxnSpPr>
        <p:spPr>
          <a:xfrm>
            <a:off x="5387746" y="6435842"/>
            <a:ext cx="0" cy="73686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46CEBE3-6873-20E6-89E9-7101FE2B1F49}"/>
              </a:ext>
            </a:extLst>
          </p:cNvPr>
          <p:cNvCxnSpPr>
            <a:cxnSpLocks/>
          </p:cNvCxnSpPr>
          <p:nvPr/>
        </p:nvCxnSpPr>
        <p:spPr>
          <a:xfrm>
            <a:off x="5384575" y="6425951"/>
            <a:ext cx="977123" cy="451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DD567CD-D72A-9315-BCFB-3C18DFB38355}"/>
              </a:ext>
            </a:extLst>
          </p:cNvPr>
          <p:cNvCxnSpPr>
            <a:cxnSpLocks/>
          </p:cNvCxnSpPr>
          <p:nvPr/>
        </p:nvCxnSpPr>
        <p:spPr>
          <a:xfrm>
            <a:off x="6367078" y="7175563"/>
            <a:ext cx="1138990" cy="133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F005A1-34FF-728B-6DDD-11484A70A615}"/>
              </a:ext>
            </a:extLst>
          </p:cNvPr>
          <p:cNvCxnSpPr>
            <a:cxnSpLocks/>
          </p:cNvCxnSpPr>
          <p:nvPr/>
        </p:nvCxnSpPr>
        <p:spPr>
          <a:xfrm>
            <a:off x="6360800" y="6443352"/>
            <a:ext cx="0" cy="73686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018BFFA7-7651-6E93-520B-91E425CC90A7}"/>
              </a:ext>
            </a:extLst>
          </p:cNvPr>
          <p:cNvCxnSpPr>
            <a:cxnSpLocks/>
          </p:cNvCxnSpPr>
          <p:nvPr/>
        </p:nvCxnSpPr>
        <p:spPr>
          <a:xfrm>
            <a:off x="7641469" y="6440500"/>
            <a:ext cx="0" cy="73686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D65735F-D47B-4C29-FAA6-00C2DC4E4FDC}"/>
              </a:ext>
            </a:extLst>
          </p:cNvPr>
          <p:cNvCxnSpPr>
            <a:cxnSpLocks/>
          </p:cNvCxnSpPr>
          <p:nvPr/>
        </p:nvCxnSpPr>
        <p:spPr>
          <a:xfrm>
            <a:off x="7636237" y="6440499"/>
            <a:ext cx="96989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A3F75BC-7078-680A-2D35-78D9078FAA74}"/>
              </a:ext>
            </a:extLst>
          </p:cNvPr>
          <p:cNvCxnSpPr>
            <a:cxnSpLocks/>
          </p:cNvCxnSpPr>
          <p:nvPr/>
        </p:nvCxnSpPr>
        <p:spPr>
          <a:xfrm>
            <a:off x="8606132" y="7184544"/>
            <a:ext cx="1138990" cy="133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F6B6F82-AD00-6B39-00DE-33744E45BACC}"/>
              </a:ext>
            </a:extLst>
          </p:cNvPr>
          <p:cNvCxnSpPr>
            <a:cxnSpLocks/>
          </p:cNvCxnSpPr>
          <p:nvPr/>
        </p:nvCxnSpPr>
        <p:spPr>
          <a:xfrm>
            <a:off x="8600751" y="6448010"/>
            <a:ext cx="0" cy="73686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279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337</TotalTime>
  <Words>62</Words>
  <Application>Microsoft Office PowerPoint</Application>
  <PresentationFormat>自定义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全成</dc:creator>
  <cp:lastModifiedBy>张 全成</cp:lastModifiedBy>
  <cp:revision>87</cp:revision>
  <dcterms:created xsi:type="dcterms:W3CDTF">2024-07-09T13:13:01Z</dcterms:created>
  <dcterms:modified xsi:type="dcterms:W3CDTF">2024-08-28T14:41:51Z</dcterms:modified>
</cp:coreProperties>
</file>